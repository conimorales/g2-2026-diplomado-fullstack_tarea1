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3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FA80FFE-44FD-4162-9484-9C0A44FB4F63}" type="doc">
      <dgm:prSet loTypeId="urn:microsoft.com/office/officeart/2005/8/layout/list1" loCatId="list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s-CL"/>
        </a:p>
      </dgm:t>
    </dgm:pt>
    <dgm:pt modelId="{259E252C-4BFA-4588-9EE6-02E8A63641A2}">
      <dgm:prSet phldrT="[Texto]" phldr="0"/>
      <dgm:spPr/>
      <dgm:t>
        <a:bodyPr/>
        <a:lstStyle/>
        <a:p>
          <a:r>
            <a:rPr lang="es-CL" noProof="0" dirty="0"/>
            <a:t>Título y descripción </a:t>
          </a:r>
        </a:p>
      </dgm:t>
    </dgm:pt>
    <dgm:pt modelId="{C1520EF5-1B5E-4319-A0E4-7A057821410E}" type="parTrans" cxnId="{4B524ADF-A519-4BA9-81FF-C1EAACC7A956}">
      <dgm:prSet/>
      <dgm:spPr/>
      <dgm:t>
        <a:bodyPr/>
        <a:lstStyle/>
        <a:p>
          <a:endParaRPr lang="es-CL"/>
        </a:p>
      </dgm:t>
    </dgm:pt>
    <dgm:pt modelId="{90123FB6-F86B-46D2-A6EC-F90E4C3DC44A}" type="sibTrans" cxnId="{4B524ADF-A519-4BA9-81FF-C1EAACC7A956}">
      <dgm:prSet/>
      <dgm:spPr/>
      <dgm:t>
        <a:bodyPr/>
        <a:lstStyle/>
        <a:p>
          <a:endParaRPr lang="es-CL"/>
        </a:p>
      </dgm:t>
    </dgm:pt>
    <dgm:pt modelId="{50ADF969-677F-4A91-A2B5-ABA8AC8E0957}">
      <dgm:prSet phldrT="[Texto]" phldr="0"/>
      <dgm:spPr/>
      <dgm:t>
        <a:bodyPr/>
        <a:lstStyle/>
        <a:p>
          <a:r>
            <a:rPr lang="es-CL" noProof="0" dirty="0"/>
            <a:t>Líder Funcional </a:t>
          </a:r>
        </a:p>
      </dgm:t>
    </dgm:pt>
    <dgm:pt modelId="{19556560-98CA-465F-8E13-B1EAE32F303F}" type="parTrans" cxnId="{9FF83742-E45B-4966-8CB9-BD3128F336B0}">
      <dgm:prSet/>
      <dgm:spPr/>
      <dgm:t>
        <a:bodyPr/>
        <a:lstStyle/>
        <a:p>
          <a:endParaRPr lang="es-CL"/>
        </a:p>
      </dgm:t>
    </dgm:pt>
    <dgm:pt modelId="{25C8B540-150C-4ABA-9A4C-F3D84A38E648}" type="sibTrans" cxnId="{9FF83742-E45B-4966-8CB9-BD3128F336B0}">
      <dgm:prSet/>
      <dgm:spPr/>
      <dgm:t>
        <a:bodyPr/>
        <a:lstStyle/>
        <a:p>
          <a:endParaRPr lang="es-CL"/>
        </a:p>
      </dgm:t>
    </dgm:pt>
    <dgm:pt modelId="{8F0A5341-C52F-4BA8-BABC-3227C9244AA0}">
      <dgm:prSet phldrT="[Texto]" phldr="0"/>
      <dgm:spPr/>
      <dgm:t>
        <a:bodyPr/>
        <a:lstStyle/>
        <a:p>
          <a:r>
            <a:rPr lang="es-CL" noProof="0" dirty="0"/>
            <a:t>Sistema</a:t>
          </a:r>
        </a:p>
      </dgm:t>
    </dgm:pt>
    <dgm:pt modelId="{B4469C93-DDB4-4117-92D5-8CB4B04B32CD}" type="parTrans" cxnId="{0D3F42ED-9D97-48E7-BE0F-65654A72F5B2}">
      <dgm:prSet/>
      <dgm:spPr/>
      <dgm:t>
        <a:bodyPr/>
        <a:lstStyle/>
        <a:p>
          <a:endParaRPr lang="es-CL"/>
        </a:p>
      </dgm:t>
    </dgm:pt>
    <dgm:pt modelId="{3DCA2F84-680A-4968-9AF7-0D2B5AC59A69}" type="sibTrans" cxnId="{0D3F42ED-9D97-48E7-BE0F-65654A72F5B2}">
      <dgm:prSet/>
      <dgm:spPr/>
      <dgm:t>
        <a:bodyPr/>
        <a:lstStyle/>
        <a:p>
          <a:endParaRPr lang="es-CL"/>
        </a:p>
      </dgm:t>
    </dgm:pt>
    <dgm:pt modelId="{D346F387-D73E-4F70-8E25-ABCD7444BEFD}">
      <dgm:prSet phldrT="[Texto]" phldr="0"/>
      <dgm:spPr/>
      <dgm:t>
        <a:bodyPr/>
        <a:lstStyle/>
        <a:p>
          <a:r>
            <a:rPr lang="es-CL" noProof="0" dirty="0"/>
            <a:t>Módulo </a:t>
          </a:r>
        </a:p>
      </dgm:t>
    </dgm:pt>
    <dgm:pt modelId="{3E5F222A-43AC-476F-A9AA-40749F50B4D8}" type="parTrans" cxnId="{7C6569E7-8BC4-4C1C-91E7-8C21849FEE1C}">
      <dgm:prSet/>
      <dgm:spPr/>
      <dgm:t>
        <a:bodyPr/>
        <a:lstStyle/>
        <a:p>
          <a:endParaRPr lang="es-CL"/>
        </a:p>
      </dgm:t>
    </dgm:pt>
    <dgm:pt modelId="{455ED3D3-0E20-450C-A0DA-6C0D57082C2F}" type="sibTrans" cxnId="{7C6569E7-8BC4-4C1C-91E7-8C21849FEE1C}">
      <dgm:prSet/>
      <dgm:spPr/>
      <dgm:t>
        <a:bodyPr/>
        <a:lstStyle/>
        <a:p>
          <a:endParaRPr lang="es-CL"/>
        </a:p>
      </dgm:t>
    </dgm:pt>
    <dgm:pt modelId="{C75DFA8B-CCA8-48BB-BA1B-45B08C916919}">
      <dgm:prSet phldrT="[Texto]" phldr="0"/>
      <dgm:spPr/>
      <dgm:t>
        <a:bodyPr/>
        <a:lstStyle/>
        <a:p>
          <a:r>
            <a:rPr lang="es-CL" noProof="0" dirty="0"/>
            <a:t>Líder TI</a:t>
          </a:r>
        </a:p>
      </dgm:t>
    </dgm:pt>
    <dgm:pt modelId="{01911E5F-2B2A-40F0-A93C-5FF05890F71C}" type="parTrans" cxnId="{1F7A9944-767A-406B-AEAB-4C9AFD77F6B1}">
      <dgm:prSet/>
      <dgm:spPr/>
      <dgm:t>
        <a:bodyPr/>
        <a:lstStyle/>
        <a:p>
          <a:endParaRPr lang="es-CL"/>
        </a:p>
      </dgm:t>
    </dgm:pt>
    <dgm:pt modelId="{D48E6E98-A0E2-40A4-94DA-FD4D520698F2}" type="sibTrans" cxnId="{1F7A9944-767A-406B-AEAB-4C9AFD77F6B1}">
      <dgm:prSet/>
      <dgm:spPr/>
      <dgm:t>
        <a:bodyPr/>
        <a:lstStyle/>
        <a:p>
          <a:endParaRPr lang="es-CL"/>
        </a:p>
      </dgm:t>
    </dgm:pt>
    <dgm:pt modelId="{5CB1C554-0D33-4DAE-93EE-D5BD40D874A3}">
      <dgm:prSet phldrT="[Texto]" phldr="0"/>
      <dgm:spPr/>
      <dgm:t>
        <a:bodyPr/>
        <a:lstStyle/>
        <a:p>
          <a:r>
            <a:rPr lang="es-CL" noProof="0" dirty="0"/>
            <a:t>Líder del proyecto </a:t>
          </a:r>
        </a:p>
      </dgm:t>
    </dgm:pt>
    <dgm:pt modelId="{FD1DBF81-4D73-4146-8C78-93BE2D942195}" type="parTrans" cxnId="{E414CF67-2E35-4DB4-9B7C-9F0CDB97C160}">
      <dgm:prSet/>
      <dgm:spPr/>
      <dgm:t>
        <a:bodyPr/>
        <a:lstStyle/>
        <a:p>
          <a:endParaRPr lang="es-CL"/>
        </a:p>
      </dgm:t>
    </dgm:pt>
    <dgm:pt modelId="{2FFE0C21-D47B-448B-8F27-E30B5D05DFBF}" type="sibTrans" cxnId="{E414CF67-2E35-4DB4-9B7C-9F0CDB97C160}">
      <dgm:prSet/>
      <dgm:spPr/>
      <dgm:t>
        <a:bodyPr/>
        <a:lstStyle/>
        <a:p>
          <a:endParaRPr lang="es-CL"/>
        </a:p>
      </dgm:t>
    </dgm:pt>
    <dgm:pt modelId="{8BA29D19-F12A-42C3-90B7-2281331BC4E1}">
      <dgm:prSet phldrT="[Texto]" phldr="0"/>
      <dgm:spPr/>
      <dgm:t>
        <a:bodyPr/>
        <a:lstStyle/>
        <a:p>
          <a:r>
            <a:rPr lang="es-CL" noProof="0" dirty="0"/>
            <a:t>Área</a:t>
          </a:r>
        </a:p>
      </dgm:t>
    </dgm:pt>
    <dgm:pt modelId="{3070524D-CF43-41AC-BBAD-8F32C46199C2}" type="parTrans" cxnId="{04D9C9B2-6C06-4567-BC60-4A237A023831}">
      <dgm:prSet/>
      <dgm:spPr/>
      <dgm:t>
        <a:bodyPr/>
        <a:lstStyle/>
        <a:p>
          <a:endParaRPr lang="es-CL"/>
        </a:p>
      </dgm:t>
    </dgm:pt>
    <dgm:pt modelId="{E6A53556-AF48-49DF-8B42-695B234C56C7}" type="sibTrans" cxnId="{04D9C9B2-6C06-4567-BC60-4A237A023831}">
      <dgm:prSet/>
      <dgm:spPr/>
      <dgm:t>
        <a:bodyPr/>
        <a:lstStyle/>
        <a:p>
          <a:endParaRPr lang="es-CL"/>
        </a:p>
      </dgm:t>
    </dgm:pt>
    <dgm:pt modelId="{6D9A2152-7BD5-4FAE-9AE3-467BFDD876A8}">
      <dgm:prSet phldrT="[Texto]" phldr="0"/>
      <dgm:spPr/>
      <dgm:t>
        <a:bodyPr/>
        <a:lstStyle/>
        <a:p>
          <a:r>
            <a:rPr lang="es-CL" noProof="0" dirty="0"/>
            <a:t>Impacto financiero</a:t>
          </a:r>
        </a:p>
      </dgm:t>
    </dgm:pt>
    <dgm:pt modelId="{CA058109-029B-4486-AB1E-C1CC2671B904}" type="parTrans" cxnId="{8979B00B-6E74-4A72-AD60-696BDD71F86C}">
      <dgm:prSet/>
      <dgm:spPr/>
      <dgm:t>
        <a:bodyPr/>
        <a:lstStyle/>
        <a:p>
          <a:endParaRPr lang="es-CL"/>
        </a:p>
      </dgm:t>
    </dgm:pt>
    <dgm:pt modelId="{4B25B973-F398-447B-A793-4CDD65BA2A05}" type="sibTrans" cxnId="{8979B00B-6E74-4A72-AD60-696BDD71F86C}">
      <dgm:prSet/>
      <dgm:spPr/>
      <dgm:t>
        <a:bodyPr/>
        <a:lstStyle/>
        <a:p>
          <a:endParaRPr lang="es-CL"/>
        </a:p>
      </dgm:t>
    </dgm:pt>
    <dgm:pt modelId="{D3FED50C-7748-475E-A4B9-E1160BF7B526}">
      <dgm:prSet phldrT="[Texto]" phldr="0"/>
      <dgm:spPr/>
      <dgm:t>
        <a:bodyPr/>
        <a:lstStyle/>
        <a:p>
          <a:r>
            <a:rPr lang="es-CL" noProof="0" dirty="0"/>
            <a:t>Selección del proyecto</a:t>
          </a:r>
        </a:p>
      </dgm:t>
    </dgm:pt>
    <dgm:pt modelId="{B73E062F-9BC7-490B-8033-CF47824F9B9C}" type="parTrans" cxnId="{EB964065-9396-4D44-B045-6E3C364B73A5}">
      <dgm:prSet/>
      <dgm:spPr/>
      <dgm:t>
        <a:bodyPr/>
        <a:lstStyle/>
        <a:p>
          <a:endParaRPr lang="es-CL"/>
        </a:p>
      </dgm:t>
    </dgm:pt>
    <dgm:pt modelId="{337FD3AE-DDB5-4249-81D7-A4BDE3359717}" type="sibTrans" cxnId="{EB964065-9396-4D44-B045-6E3C364B73A5}">
      <dgm:prSet/>
      <dgm:spPr/>
      <dgm:t>
        <a:bodyPr/>
        <a:lstStyle/>
        <a:p>
          <a:endParaRPr lang="es-CL"/>
        </a:p>
      </dgm:t>
    </dgm:pt>
    <dgm:pt modelId="{48FAAC23-6BC4-49F6-8238-719DA355BD2B}" type="pres">
      <dgm:prSet presAssocID="{3FA80FFE-44FD-4162-9484-9C0A44FB4F63}" presName="linear" presStyleCnt="0">
        <dgm:presLayoutVars>
          <dgm:dir/>
          <dgm:animLvl val="lvl"/>
          <dgm:resizeHandles val="exact"/>
        </dgm:presLayoutVars>
      </dgm:prSet>
      <dgm:spPr/>
    </dgm:pt>
    <dgm:pt modelId="{BEAD72DE-88C1-4266-8082-1FD79B3971DA}" type="pres">
      <dgm:prSet presAssocID="{259E252C-4BFA-4588-9EE6-02E8A63641A2}" presName="parentLin" presStyleCnt="0"/>
      <dgm:spPr/>
    </dgm:pt>
    <dgm:pt modelId="{522A876C-C4D9-4196-AD41-88DA3F49844A}" type="pres">
      <dgm:prSet presAssocID="{259E252C-4BFA-4588-9EE6-02E8A63641A2}" presName="parentLeftMargin" presStyleLbl="node1" presStyleIdx="0" presStyleCnt="5"/>
      <dgm:spPr/>
    </dgm:pt>
    <dgm:pt modelId="{D1B6DF41-4D0D-4391-A251-CA26E840A168}" type="pres">
      <dgm:prSet presAssocID="{259E252C-4BFA-4588-9EE6-02E8A63641A2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B423EF3-198C-4A2D-9722-1F0E86E315C0}" type="pres">
      <dgm:prSet presAssocID="{259E252C-4BFA-4588-9EE6-02E8A63641A2}" presName="negativeSpace" presStyleCnt="0"/>
      <dgm:spPr/>
    </dgm:pt>
    <dgm:pt modelId="{E0844E72-7E0D-478C-A85A-460CA7B8ED4A}" type="pres">
      <dgm:prSet presAssocID="{259E252C-4BFA-4588-9EE6-02E8A63641A2}" presName="childText" presStyleLbl="conFgAcc1" presStyleIdx="0" presStyleCnt="5">
        <dgm:presLayoutVars>
          <dgm:bulletEnabled val="1"/>
        </dgm:presLayoutVars>
      </dgm:prSet>
      <dgm:spPr/>
    </dgm:pt>
    <dgm:pt modelId="{35AAB9B8-6037-482F-A679-A173F49D8CFA}" type="pres">
      <dgm:prSet presAssocID="{90123FB6-F86B-46D2-A6EC-F90E4C3DC44A}" presName="spaceBetweenRectangles" presStyleCnt="0"/>
      <dgm:spPr/>
    </dgm:pt>
    <dgm:pt modelId="{48932F8B-6E09-4314-9A26-9729150509BD}" type="pres">
      <dgm:prSet presAssocID="{6D9A2152-7BD5-4FAE-9AE3-467BFDD876A8}" presName="parentLin" presStyleCnt="0"/>
      <dgm:spPr/>
    </dgm:pt>
    <dgm:pt modelId="{C62F4E4D-8C85-43BC-B453-E1F98C65E0E6}" type="pres">
      <dgm:prSet presAssocID="{6D9A2152-7BD5-4FAE-9AE3-467BFDD876A8}" presName="parentLeftMargin" presStyleLbl="node1" presStyleIdx="0" presStyleCnt="5"/>
      <dgm:spPr/>
    </dgm:pt>
    <dgm:pt modelId="{3009B40D-A159-4825-A760-FD46144DB680}" type="pres">
      <dgm:prSet presAssocID="{6D9A2152-7BD5-4FAE-9AE3-467BFDD876A8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D8E0429D-3804-4A6A-87C7-6B0E11D6EC6E}" type="pres">
      <dgm:prSet presAssocID="{6D9A2152-7BD5-4FAE-9AE3-467BFDD876A8}" presName="negativeSpace" presStyleCnt="0"/>
      <dgm:spPr/>
    </dgm:pt>
    <dgm:pt modelId="{B3238678-CE0C-4509-B22A-0581CE43B8FC}" type="pres">
      <dgm:prSet presAssocID="{6D9A2152-7BD5-4FAE-9AE3-467BFDD876A8}" presName="childText" presStyleLbl="conFgAcc1" presStyleIdx="1" presStyleCnt="5">
        <dgm:presLayoutVars>
          <dgm:bulletEnabled val="1"/>
        </dgm:presLayoutVars>
      </dgm:prSet>
      <dgm:spPr/>
    </dgm:pt>
    <dgm:pt modelId="{C6EEF583-A35C-47C3-96A0-F8231E4101E2}" type="pres">
      <dgm:prSet presAssocID="{4B25B973-F398-447B-A793-4CDD65BA2A05}" presName="spaceBetweenRectangles" presStyleCnt="0"/>
      <dgm:spPr/>
    </dgm:pt>
    <dgm:pt modelId="{F4CCD7F9-6259-4C97-847B-998417285476}" type="pres">
      <dgm:prSet presAssocID="{D3FED50C-7748-475E-A4B9-E1160BF7B526}" presName="parentLin" presStyleCnt="0"/>
      <dgm:spPr/>
    </dgm:pt>
    <dgm:pt modelId="{10F1DEE0-90C3-4A88-ADF4-145D8508E13F}" type="pres">
      <dgm:prSet presAssocID="{D3FED50C-7748-475E-A4B9-E1160BF7B526}" presName="parentLeftMargin" presStyleLbl="node1" presStyleIdx="1" presStyleCnt="5"/>
      <dgm:spPr/>
    </dgm:pt>
    <dgm:pt modelId="{FB3986BF-5BB8-4F4A-9559-E245D275B48F}" type="pres">
      <dgm:prSet presAssocID="{D3FED50C-7748-475E-A4B9-E1160BF7B52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B5AED09D-6EBA-460E-B569-2D4B8C25941B}" type="pres">
      <dgm:prSet presAssocID="{D3FED50C-7748-475E-A4B9-E1160BF7B526}" presName="negativeSpace" presStyleCnt="0"/>
      <dgm:spPr/>
    </dgm:pt>
    <dgm:pt modelId="{0A80F44A-83D3-40A8-B719-25D8D32087D7}" type="pres">
      <dgm:prSet presAssocID="{D3FED50C-7748-475E-A4B9-E1160BF7B526}" presName="childText" presStyleLbl="conFgAcc1" presStyleIdx="2" presStyleCnt="5">
        <dgm:presLayoutVars>
          <dgm:bulletEnabled val="1"/>
        </dgm:presLayoutVars>
      </dgm:prSet>
      <dgm:spPr/>
    </dgm:pt>
    <dgm:pt modelId="{3DBFE2C3-1876-4305-B339-FFD7893EE793}" type="pres">
      <dgm:prSet presAssocID="{337FD3AE-DDB5-4249-81D7-A4BDE3359717}" presName="spaceBetweenRectangles" presStyleCnt="0"/>
      <dgm:spPr/>
    </dgm:pt>
    <dgm:pt modelId="{C15C84D4-BD80-4F1D-820A-FB9990FBDCCE}" type="pres">
      <dgm:prSet presAssocID="{5CB1C554-0D33-4DAE-93EE-D5BD40D874A3}" presName="parentLin" presStyleCnt="0"/>
      <dgm:spPr/>
    </dgm:pt>
    <dgm:pt modelId="{2F8621AB-2AEC-4841-884C-24041DF5460E}" type="pres">
      <dgm:prSet presAssocID="{5CB1C554-0D33-4DAE-93EE-D5BD40D874A3}" presName="parentLeftMargin" presStyleLbl="node1" presStyleIdx="2" presStyleCnt="5"/>
      <dgm:spPr/>
    </dgm:pt>
    <dgm:pt modelId="{47C0CFDE-8E58-485C-8DF3-9A4DB8BBEAA4}" type="pres">
      <dgm:prSet presAssocID="{5CB1C554-0D33-4DAE-93EE-D5BD40D874A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E38955B0-8B22-45C4-BDAC-4501F5429578}" type="pres">
      <dgm:prSet presAssocID="{5CB1C554-0D33-4DAE-93EE-D5BD40D874A3}" presName="negativeSpace" presStyleCnt="0"/>
      <dgm:spPr/>
    </dgm:pt>
    <dgm:pt modelId="{08F21DA1-D05E-4006-A686-34EB8C3FF1CB}" type="pres">
      <dgm:prSet presAssocID="{5CB1C554-0D33-4DAE-93EE-D5BD40D874A3}" presName="childText" presStyleLbl="conFgAcc1" presStyleIdx="3" presStyleCnt="5">
        <dgm:presLayoutVars>
          <dgm:bulletEnabled val="1"/>
        </dgm:presLayoutVars>
      </dgm:prSet>
      <dgm:spPr/>
    </dgm:pt>
    <dgm:pt modelId="{07BDFE21-91A1-48CC-A7A0-9FA24811515D}" type="pres">
      <dgm:prSet presAssocID="{2FFE0C21-D47B-448B-8F27-E30B5D05DFBF}" presName="spaceBetweenRectangles" presStyleCnt="0"/>
      <dgm:spPr/>
    </dgm:pt>
    <dgm:pt modelId="{5582EB6A-9F68-41BC-AE91-7C08297D8B37}" type="pres">
      <dgm:prSet presAssocID="{8F0A5341-C52F-4BA8-BABC-3227C9244AA0}" presName="parentLin" presStyleCnt="0"/>
      <dgm:spPr/>
    </dgm:pt>
    <dgm:pt modelId="{4A46EEA1-429A-4D42-B132-228AB3513408}" type="pres">
      <dgm:prSet presAssocID="{8F0A5341-C52F-4BA8-BABC-3227C9244AA0}" presName="parentLeftMargin" presStyleLbl="node1" presStyleIdx="3" presStyleCnt="5"/>
      <dgm:spPr/>
    </dgm:pt>
    <dgm:pt modelId="{3626EFD9-AEB1-4902-87C9-8655E74E6288}" type="pres">
      <dgm:prSet presAssocID="{8F0A5341-C52F-4BA8-BABC-3227C9244AA0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63AE2EDF-828A-465A-8A46-22D2CF891B0A}" type="pres">
      <dgm:prSet presAssocID="{8F0A5341-C52F-4BA8-BABC-3227C9244AA0}" presName="negativeSpace" presStyleCnt="0"/>
      <dgm:spPr/>
    </dgm:pt>
    <dgm:pt modelId="{EA520276-851C-431E-93DD-145EF6D4762B}" type="pres">
      <dgm:prSet presAssocID="{8F0A5341-C52F-4BA8-BABC-3227C9244AA0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8979B00B-6E74-4A72-AD60-696BDD71F86C}" srcId="{3FA80FFE-44FD-4162-9484-9C0A44FB4F63}" destId="{6D9A2152-7BD5-4FAE-9AE3-467BFDD876A8}" srcOrd="1" destOrd="0" parTransId="{CA058109-029B-4486-AB1E-C1CC2671B904}" sibTransId="{4B25B973-F398-447B-A793-4CDD65BA2A05}"/>
    <dgm:cxn modelId="{E5ACB114-169A-4A68-91D7-B877F2B230D7}" type="presOf" srcId="{6D9A2152-7BD5-4FAE-9AE3-467BFDD876A8}" destId="{C62F4E4D-8C85-43BC-B453-E1F98C65E0E6}" srcOrd="0" destOrd="0" presId="urn:microsoft.com/office/officeart/2005/8/layout/list1"/>
    <dgm:cxn modelId="{BF8ED124-2822-4A2C-920F-7C5D2E73CA27}" type="presOf" srcId="{259E252C-4BFA-4588-9EE6-02E8A63641A2}" destId="{522A876C-C4D9-4196-AD41-88DA3F49844A}" srcOrd="0" destOrd="0" presId="urn:microsoft.com/office/officeart/2005/8/layout/list1"/>
    <dgm:cxn modelId="{33FD3C33-F4F0-4D92-BE83-14E7CBE2DD66}" type="presOf" srcId="{6D9A2152-7BD5-4FAE-9AE3-467BFDD876A8}" destId="{3009B40D-A159-4825-A760-FD46144DB680}" srcOrd="1" destOrd="0" presId="urn:microsoft.com/office/officeart/2005/8/layout/list1"/>
    <dgm:cxn modelId="{9FF83742-E45B-4966-8CB9-BD3128F336B0}" srcId="{5CB1C554-0D33-4DAE-93EE-D5BD40D874A3}" destId="{50ADF969-677F-4A91-A2B5-ABA8AC8E0957}" srcOrd="0" destOrd="0" parTransId="{19556560-98CA-465F-8E13-B1EAE32F303F}" sibTransId="{25C8B540-150C-4ABA-9A4C-F3D84A38E648}"/>
    <dgm:cxn modelId="{1F7A9944-767A-406B-AEAB-4C9AFD77F6B1}" srcId="{5CB1C554-0D33-4DAE-93EE-D5BD40D874A3}" destId="{C75DFA8B-CCA8-48BB-BA1B-45B08C916919}" srcOrd="1" destOrd="0" parTransId="{01911E5F-2B2A-40F0-A93C-5FF05890F71C}" sibTransId="{D48E6E98-A0E2-40A4-94DA-FD4D520698F2}"/>
    <dgm:cxn modelId="{EB964065-9396-4D44-B045-6E3C364B73A5}" srcId="{3FA80FFE-44FD-4162-9484-9C0A44FB4F63}" destId="{D3FED50C-7748-475E-A4B9-E1160BF7B526}" srcOrd="2" destOrd="0" parTransId="{B73E062F-9BC7-490B-8033-CF47824F9B9C}" sibTransId="{337FD3AE-DDB5-4249-81D7-A4BDE3359717}"/>
    <dgm:cxn modelId="{DA2FDC66-06DF-4133-BEF7-E7FDBCE05F4B}" type="presOf" srcId="{8BA29D19-F12A-42C3-90B7-2281331BC4E1}" destId="{EA520276-851C-431E-93DD-145EF6D4762B}" srcOrd="0" destOrd="1" presId="urn:microsoft.com/office/officeart/2005/8/layout/list1"/>
    <dgm:cxn modelId="{E414CF67-2E35-4DB4-9B7C-9F0CDB97C160}" srcId="{3FA80FFE-44FD-4162-9484-9C0A44FB4F63}" destId="{5CB1C554-0D33-4DAE-93EE-D5BD40D874A3}" srcOrd="3" destOrd="0" parTransId="{FD1DBF81-4D73-4146-8C78-93BE2D942195}" sibTransId="{2FFE0C21-D47B-448B-8F27-E30B5D05DFBF}"/>
    <dgm:cxn modelId="{97186348-EE0E-4DDC-8D53-966EFFAB150B}" type="presOf" srcId="{C75DFA8B-CCA8-48BB-BA1B-45B08C916919}" destId="{08F21DA1-D05E-4006-A686-34EB8C3FF1CB}" srcOrd="0" destOrd="1" presId="urn:microsoft.com/office/officeart/2005/8/layout/list1"/>
    <dgm:cxn modelId="{2290E84E-359D-4738-8DF2-732D1FAB5273}" type="presOf" srcId="{259E252C-4BFA-4588-9EE6-02E8A63641A2}" destId="{D1B6DF41-4D0D-4391-A251-CA26E840A168}" srcOrd="1" destOrd="0" presId="urn:microsoft.com/office/officeart/2005/8/layout/list1"/>
    <dgm:cxn modelId="{1787B06F-FC70-429F-BB20-DBD1A1A0C370}" type="presOf" srcId="{D3FED50C-7748-475E-A4B9-E1160BF7B526}" destId="{FB3986BF-5BB8-4F4A-9559-E245D275B48F}" srcOrd="1" destOrd="0" presId="urn:microsoft.com/office/officeart/2005/8/layout/list1"/>
    <dgm:cxn modelId="{12934654-CDB7-4F62-B97E-8672644BAB4E}" type="presOf" srcId="{50ADF969-677F-4A91-A2B5-ABA8AC8E0957}" destId="{08F21DA1-D05E-4006-A686-34EB8C3FF1CB}" srcOrd="0" destOrd="0" presId="urn:microsoft.com/office/officeart/2005/8/layout/list1"/>
    <dgm:cxn modelId="{1BDC4D55-E239-4685-9BDE-2F1CE3B4126C}" type="presOf" srcId="{D3FED50C-7748-475E-A4B9-E1160BF7B526}" destId="{10F1DEE0-90C3-4A88-ADF4-145D8508E13F}" srcOrd="0" destOrd="0" presId="urn:microsoft.com/office/officeart/2005/8/layout/list1"/>
    <dgm:cxn modelId="{EBAC747A-814A-4177-819B-F9BB7D92F34C}" type="presOf" srcId="{D346F387-D73E-4F70-8E25-ABCD7444BEFD}" destId="{EA520276-851C-431E-93DD-145EF6D4762B}" srcOrd="0" destOrd="0" presId="urn:microsoft.com/office/officeart/2005/8/layout/list1"/>
    <dgm:cxn modelId="{5A379F97-87E1-45C8-89BE-71BBAB14AB0A}" type="presOf" srcId="{5CB1C554-0D33-4DAE-93EE-D5BD40D874A3}" destId="{47C0CFDE-8E58-485C-8DF3-9A4DB8BBEAA4}" srcOrd="1" destOrd="0" presId="urn:microsoft.com/office/officeart/2005/8/layout/list1"/>
    <dgm:cxn modelId="{524709AC-262A-4CD0-9F5E-1A040AB64D4E}" type="presOf" srcId="{3FA80FFE-44FD-4162-9484-9C0A44FB4F63}" destId="{48FAAC23-6BC4-49F6-8238-719DA355BD2B}" srcOrd="0" destOrd="0" presId="urn:microsoft.com/office/officeart/2005/8/layout/list1"/>
    <dgm:cxn modelId="{04D9C9B2-6C06-4567-BC60-4A237A023831}" srcId="{8F0A5341-C52F-4BA8-BABC-3227C9244AA0}" destId="{8BA29D19-F12A-42C3-90B7-2281331BC4E1}" srcOrd="1" destOrd="0" parTransId="{3070524D-CF43-41AC-BBAD-8F32C46199C2}" sibTransId="{E6A53556-AF48-49DF-8B42-695B234C56C7}"/>
    <dgm:cxn modelId="{BA05BBC7-C874-40C7-ADE0-88CF84C68984}" type="presOf" srcId="{8F0A5341-C52F-4BA8-BABC-3227C9244AA0}" destId="{4A46EEA1-429A-4D42-B132-228AB3513408}" srcOrd="0" destOrd="0" presId="urn:microsoft.com/office/officeart/2005/8/layout/list1"/>
    <dgm:cxn modelId="{9301CDCE-44C4-423A-9F3F-422038D7D7FA}" type="presOf" srcId="{8F0A5341-C52F-4BA8-BABC-3227C9244AA0}" destId="{3626EFD9-AEB1-4902-87C9-8655E74E6288}" srcOrd="1" destOrd="0" presId="urn:microsoft.com/office/officeart/2005/8/layout/list1"/>
    <dgm:cxn modelId="{4B524ADF-A519-4BA9-81FF-C1EAACC7A956}" srcId="{3FA80FFE-44FD-4162-9484-9C0A44FB4F63}" destId="{259E252C-4BFA-4588-9EE6-02E8A63641A2}" srcOrd="0" destOrd="0" parTransId="{C1520EF5-1B5E-4319-A0E4-7A057821410E}" sibTransId="{90123FB6-F86B-46D2-A6EC-F90E4C3DC44A}"/>
    <dgm:cxn modelId="{84BDA7E2-011D-44CE-B0F8-1CB3362ACDCE}" type="presOf" srcId="{5CB1C554-0D33-4DAE-93EE-D5BD40D874A3}" destId="{2F8621AB-2AEC-4841-884C-24041DF5460E}" srcOrd="0" destOrd="0" presId="urn:microsoft.com/office/officeart/2005/8/layout/list1"/>
    <dgm:cxn modelId="{7C6569E7-8BC4-4C1C-91E7-8C21849FEE1C}" srcId="{8F0A5341-C52F-4BA8-BABC-3227C9244AA0}" destId="{D346F387-D73E-4F70-8E25-ABCD7444BEFD}" srcOrd="0" destOrd="0" parTransId="{3E5F222A-43AC-476F-A9AA-40749F50B4D8}" sibTransId="{455ED3D3-0E20-450C-A0DA-6C0D57082C2F}"/>
    <dgm:cxn modelId="{0D3F42ED-9D97-48E7-BE0F-65654A72F5B2}" srcId="{3FA80FFE-44FD-4162-9484-9C0A44FB4F63}" destId="{8F0A5341-C52F-4BA8-BABC-3227C9244AA0}" srcOrd="4" destOrd="0" parTransId="{B4469C93-DDB4-4117-92D5-8CB4B04B32CD}" sibTransId="{3DCA2F84-680A-4968-9AF7-0D2B5AC59A69}"/>
    <dgm:cxn modelId="{2325960B-9FA9-4B9D-B804-1EE83CBD3767}" type="presParOf" srcId="{48FAAC23-6BC4-49F6-8238-719DA355BD2B}" destId="{BEAD72DE-88C1-4266-8082-1FD79B3971DA}" srcOrd="0" destOrd="0" presId="urn:microsoft.com/office/officeart/2005/8/layout/list1"/>
    <dgm:cxn modelId="{EE40897A-5518-47C8-91BA-659755533E32}" type="presParOf" srcId="{BEAD72DE-88C1-4266-8082-1FD79B3971DA}" destId="{522A876C-C4D9-4196-AD41-88DA3F49844A}" srcOrd="0" destOrd="0" presId="urn:microsoft.com/office/officeart/2005/8/layout/list1"/>
    <dgm:cxn modelId="{928C9B79-2CF5-4215-95D7-9859CA863086}" type="presParOf" srcId="{BEAD72DE-88C1-4266-8082-1FD79B3971DA}" destId="{D1B6DF41-4D0D-4391-A251-CA26E840A168}" srcOrd="1" destOrd="0" presId="urn:microsoft.com/office/officeart/2005/8/layout/list1"/>
    <dgm:cxn modelId="{B3CBDA77-2830-414A-A308-D24627E40CCA}" type="presParOf" srcId="{48FAAC23-6BC4-49F6-8238-719DA355BD2B}" destId="{3B423EF3-198C-4A2D-9722-1F0E86E315C0}" srcOrd="1" destOrd="0" presId="urn:microsoft.com/office/officeart/2005/8/layout/list1"/>
    <dgm:cxn modelId="{8C3BF01E-7348-4A29-993B-800BCAA61545}" type="presParOf" srcId="{48FAAC23-6BC4-49F6-8238-719DA355BD2B}" destId="{E0844E72-7E0D-478C-A85A-460CA7B8ED4A}" srcOrd="2" destOrd="0" presId="urn:microsoft.com/office/officeart/2005/8/layout/list1"/>
    <dgm:cxn modelId="{09707A66-D9F7-44D5-8B24-B87AF7D48D44}" type="presParOf" srcId="{48FAAC23-6BC4-49F6-8238-719DA355BD2B}" destId="{35AAB9B8-6037-482F-A679-A173F49D8CFA}" srcOrd="3" destOrd="0" presId="urn:microsoft.com/office/officeart/2005/8/layout/list1"/>
    <dgm:cxn modelId="{B46C0CDB-B08E-469E-A177-C08863378D11}" type="presParOf" srcId="{48FAAC23-6BC4-49F6-8238-719DA355BD2B}" destId="{48932F8B-6E09-4314-9A26-9729150509BD}" srcOrd="4" destOrd="0" presId="urn:microsoft.com/office/officeart/2005/8/layout/list1"/>
    <dgm:cxn modelId="{FFC6E400-D379-494E-AC14-7DF37C445811}" type="presParOf" srcId="{48932F8B-6E09-4314-9A26-9729150509BD}" destId="{C62F4E4D-8C85-43BC-B453-E1F98C65E0E6}" srcOrd="0" destOrd="0" presId="urn:microsoft.com/office/officeart/2005/8/layout/list1"/>
    <dgm:cxn modelId="{A1301960-E1C2-4939-BAAD-59092C8333B1}" type="presParOf" srcId="{48932F8B-6E09-4314-9A26-9729150509BD}" destId="{3009B40D-A159-4825-A760-FD46144DB680}" srcOrd="1" destOrd="0" presId="urn:microsoft.com/office/officeart/2005/8/layout/list1"/>
    <dgm:cxn modelId="{B7C5CD99-54D5-4644-932C-FEE5BD2CF891}" type="presParOf" srcId="{48FAAC23-6BC4-49F6-8238-719DA355BD2B}" destId="{D8E0429D-3804-4A6A-87C7-6B0E11D6EC6E}" srcOrd="5" destOrd="0" presId="urn:microsoft.com/office/officeart/2005/8/layout/list1"/>
    <dgm:cxn modelId="{10DFFB5F-F4A0-4313-8C82-A7CF27F31589}" type="presParOf" srcId="{48FAAC23-6BC4-49F6-8238-719DA355BD2B}" destId="{B3238678-CE0C-4509-B22A-0581CE43B8FC}" srcOrd="6" destOrd="0" presId="urn:microsoft.com/office/officeart/2005/8/layout/list1"/>
    <dgm:cxn modelId="{5A5D43B0-C89C-4D2E-94F9-283583D3BE2D}" type="presParOf" srcId="{48FAAC23-6BC4-49F6-8238-719DA355BD2B}" destId="{C6EEF583-A35C-47C3-96A0-F8231E4101E2}" srcOrd="7" destOrd="0" presId="urn:microsoft.com/office/officeart/2005/8/layout/list1"/>
    <dgm:cxn modelId="{19FADB8C-DE3A-41CF-8DD1-A6DB8FB8FD46}" type="presParOf" srcId="{48FAAC23-6BC4-49F6-8238-719DA355BD2B}" destId="{F4CCD7F9-6259-4C97-847B-998417285476}" srcOrd="8" destOrd="0" presId="urn:microsoft.com/office/officeart/2005/8/layout/list1"/>
    <dgm:cxn modelId="{59B8AAF0-387A-480B-9686-4820DB3E80B4}" type="presParOf" srcId="{F4CCD7F9-6259-4C97-847B-998417285476}" destId="{10F1DEE0-90C3-4A88-ADF4-145D8508E13F}" srcOrd="0" destOrd="0" presId="urn:microsoft.com/office/officeart/2005/8/layout/list1"/>
    <dgm:cxn modelId="{458966B9-541A-4737-825E-CEBB6F9E0A67}" type="presParOf" srcId="{F4CCD7F9-6259-4C97-847B-998417285476}" destId="{FB3986BF-5BB8-4F4A-9559-E245D275B48F}" srcOrd="1" destOrd="0" presId="urn:microsoft.com/office/officeart/2005/8/layout/list1"/>
    <dgm:cxn modelId="{0073035B-2918-43AF-A82D-28BF48C07035}" type="presParOf" srcId="{48FAAC23-6BC4-49F6-8238-719DA355BD2B}" destId="{B5AED09D-6EBA-460E-B569-2D4B8C25941B}" srcOrd="9" destOrd="0" presId="urn:microsoft.com/office/officeart/2005/8/layout/list1"/>
    <dgm:cxn modelId="{4AF60F14-4FD2-44E2-B0CE-AF439A04652F}" type="presParOf" srcId="{48FAAC23-6BC4-49F6-8238-719DA355BD2B}" destId="{0A80F44A-83D3-40A8-B719-25D8D32087D7}" srcOrd="10" destOrd="0" presId="urn:microsoft.com/office/officeart/2005/8/layout/list1"/>
    <dgm:cxn modelId="{8BF506A8-5C2D-4A6D-972D-51880F1CD070}" type="presParOf" srcId="{48FAAC23-6BC4-49F6-8238-719DA355BD2B}" destId="{3DBFE2C3-1876-4305-B339-FFD7893EE793}" srcOrd="11" destOrd="0" presId="urn:microsoft.com/office/officeart/2005/8/layout/list1"/>
    <dgm:cxn modelId="{256824BF-2948-4B72-8475-930E255210F4}" type="presParOf" srcId="{48FAAC23-6BC4-49F6-8238-719DA355BD2B}" destId="{C15C84D4-BD80-4F1D-820A-FB9990FBDCCE}" srcOrd="12" destOrd="0" presId="urn:microsoft.com/office/officeart/2005/8/layout/list1"/>
    <dgm:cxn modelId="{1496FF7D-EDDF-4F50-B82D-1F4A4FA093C9}" type="presParOf" srcId="{C15C84D4-BD80-4F1D-820A-FB9990FBDCCE}" destId="{2F8621AB-2AEC-4841-884C-24041DF5460E}" srcOrd="0" destOrd="0" presId="urn:microsoft.com/office/officeart/2005/8/layout/list1"/>
    <dgm:cxn modelId="{A8CD026A-79C7-49C9-ABC7-F6FE84B9B12A}" type="presParOf" srcId="{C15C84D4-BD80-4F1D-820A-FB9990FBDCCE}" destId="{47C0CFDE-8E58-485C-8DF3-9A4DB8BBEAA4}" srcOrd="1" destOrd="0" presId="urn:microsoft.com/office/officeart/2005/8/layout/list1"/>
    <dgm:cxn modelId="{D3CFD315-48D6-421F-86F1-562CA5292544}" type="presParOf" srcId="{48FAAC23-6BC4-49F6-8238-719DA355BD2B}" destId="{E38955B0-8B22-45C4-BDAC-4501F5429578}" srcOrd="13" destOrd="0" presId="urn:microsoft.com/office/officeart/2005/8/layout/list1"/>
    <dgm:cxn modelId="{0519A933-44C7-4817-B02C-5534C4509FFB}" type="presParOf" srcId="{48FAAC23-6BC4-49F6-8238-719DA355BD2B}" destId="{08F21DA1-D05E-4006-A686-34EB8C3FF1CB}" srcOrd="14" destOrd="0" presId="urn:microsoft.com/office/officeart/2005/8/layout/list1"/>
    <dgm:cxn modelId="{D58082F8-9FA9-41B3-A256-90BD9A307C68}" type="presParOf" srcId="{48FAAC23-6BC4-49F6-8238-719DA355BD2B}" destId="{07BDFE21-91A1-48CC-A7A0-9FA24811515D}" srcOrd="15" destOrd="0" presId="urn:microsoft.com/office/officeart/2005/8/layout/list1"/>
    <dgm:cxn modelId="{24EA343E-EEA1-429B-AFCA-9EC7F1F13C25}" type="presParOf" srcId="{48FAAC23-6BC4-49F6-8238-719DA355BD2B}" destId="{5582EB6A-9F68-41BC-AE91-7C08297D8B37}" srcOrd="16" destOrd="0" presId="urn:microsoft.com/office/officeart/2005/8/layout/list1"/>
    <dgm:cxn modelId="{D9FCA378-1A4D-41C6-94F3-4F22DE619B2C}" type="presParOf" srcId="{5582EB6A-9F68-41BC-AE91-7C08297D8B37}" destId="{4A46EEA1-429A-4D42-B132-228AB3513408}" srcOrd="0" destOrd="0" presId="urn:microsoft.com/office/officeart/2005/8/layout/list1"/>
    <dgm:cxn modelId="{C435496A-5C7D-4325-B00A-0197EB16B209}" type="presParOf" srcId="{5582EB6A-9F68-41BC-AE91-7C08297D8B37}" destId="{3626EFD9-AEB1-4902-87C9-8655E74E6288}" srcOrd="1" destOrd="0" presId="urn:microsoft.com/office/officeart/2005/8/layout/list1"/>
    <dgm:cxn modelId="{FFB89845-28A4-4902-86E8-2941AD04729B}" type="presParOf" srcId="{48FAAC23-6BC4-49F6-8238-719DA355BD2B}" destId="{63AE2EDF-828A-465A-8A46-22D2CF891B0A}" srcOrd="17" destOrd="0" presId="urn:microsoft.com/office/officeart/2005/8/layout/list1"/>
    <dgm:cxn modelId="{7F455BA5-E7AD-42C3-BBF4-20EA81EB18E5}" type="presParOf" srcId="{48FAAC23-6BC4-49F6-8238-719DA355BD2B}" destId="{EA520276-851C-431E-93DD-145EF6D4762B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FA80FFE-44FD-4162-9484-9C0A44FB4F63}" type="doc">
      <dgm:prSet loTypeId="urn:microsoft.com/office/officeart/2005/8/layout/vList2" loCatId="list" qsTypeId="urn:microsoft.com/office/officeart/2005/8/quickstyle/simple3" qsCatId="simple" csTypeId="urn:microsoft.com/office/officeart/2005/8/colors/accent0_1" csCatId="mainScheme" phldr="1"/>
      <dgm:spPr/>
      <dgm:t>
        <a:bodyPr/>
        <a:lstStyle/>
        <a:p>
          <a:endParaRPr lang="es-CL"/>
        </a:p>
      </dgm:t>
    </dgm:pt>
    <dgm:pt modelId="{1EAF7616-AAB6-43D6-BB17-24E61BBD2B80}">
      <dgm:prSet custT="1"/>
      <dgm:spPr/>
      <dgm:t>
        <a:bodyPr/>
        <a:lstStyle/>
        <a:p>
          <a:r>
            <a:rPr lang="es-CL" sz="1200" noProof="0" dirty="0"/>
            <a:t>Título de proyecto</a:t>
          </a:r>
        </a:p>
      </dgm:t>
    </dgm:pt>
    <dgm:pt modelId="{3AB8252E-0754-4701-A5B1-025B66BB3B88}" type="parTrans" cxnId="{23A3D109-ED96-43D7-B2F8-A0867EBBC6B0}">
      <dgm:prSet/>
      <dgm:spPr/>
      <dgm:t>
        <a:bodyPr/>
        <a:lstStyle/>
        <a:p>
          <a:endParaRPr lang="es-CL" sz="1200"/>
        </a:p>
      </dgm:t>
    </dgm:pt>
    <dgm:pt modelId="{56744259-A2CF-443D-8239-B77486392340}" type="sibTrans" cxnId="{23A3D109-ED96-43D7-B2F8-A0867EBBC6B0}">
      <dgm:prSet/>
      <dgm:spPr/>
      <dgm:t>
        <a:bodyPr/>
        <a:lstStyle/>
        <a:p>
          <a:endParaRPr lang="es-CL" sz="1200"/>
        </a:p>
      </dgm:t>
    </dgm:pt>
    <dgm:pt modelId="{6CD7BD30-8250-43B2-848B-9CD57F941446}">
      <dgm:prSet custT="1"/>
      <dgm:spPr/>
      <dgm:t>
        <a:bodyPr/>
        <a:lstStyle/>
        <a:p>
          <a:r>
            <a:rPr lang="es-CL" sz="1200" noProof="0" dirty="0"/>
            <a:t>Numeración de CER</a:t>
          </a:r>
        </a:p>
      </dgm:t>
    </dgm:pt>
    <dgm:pt modelId="{FDD27613-CCE1-42EF-8F85-ADC76F94B810}" type="parTrans" cxnId="{80A56953-F8B1-4AAC-96B5-0FFB6481D2B9}">
      <dgm:prSet/>
      <dgm:spPr/>
      <dgm:t>
        <a:bodyPr/>
        <a:lstStyle/>
        <a:p>
          <a:endParaRPr lang="es-CL" sz="1200"/>
        </a:p>
      </dgm:t>
    </dgm:pt>
    <dgm:pt modelId="{5597D776-E439-4F24-AF2E-EE15B95BBFC9}" type="sibTrans" cxnId="{80A56953-F8B1-4AAC-96B5-0FFB6481D2B9}">
      <dgm:prSet/>
      <dgm:spPr/>
      <dgm:t>
        <a:bodyPr/>
        <a:lstStyle/>
        <a:p>
          <a:endParaRPr lang="es-CL" sz="1200"/>
        </a:p>
      </dgm:t>
    </dgm:pt>
    <dgm:pt modelId="{76072E08-4159-4825-9A3A-0E6DC88AAA52}">
      <dgm:prSet custT="1"/>
      <dgm:spPr/>
      <dgm:t>
        <a:bodyPr/>
        <a:lstStyle/>
        <a:p>
          <a:r>
            <a:rPr lang="es-CL" sz="1200" noProof="0" dirty="0"/>
            <a:t>Responsable </a:t>
          </a:r>
        </a:p>
      </dgm:t>
    </dgm:pt>
    <dgm:pt modelId="{7EE90CF2-CB3C-4C89-AEE0-8A81DC782848}" type="parTrans" cxnId="{3D431944-9976-4718-9A08-A3740635E27F}">
      <dgm:prSet/>
      <dgm:spPr/>
      <dgm:t>
        <a:bodyPr/>
        <a:lstStyle/>
        <a:p>
          <a:endParaRPr lang="es-CL" sz="1200"/>
        </a:p>
      </dgm:t>
    </dgm:pt>
    <dgm:pt modelId="{ADDEFD1F-C775-4436-A154-45BF318D8F1F}" type="sibTrans" cxnId="{3D431944-9976-4718-9A08-A3740635E27F}">
      <dgm:prSet/>
      <dgm:spPr/>
      <dgm:t>
        <a:bodyPr/>
        <a:lstStyle/>
        <a:p>
          <a:endParaRPr lang="es-CL" sz="1200"/>
        </a:p>
      </dgm:t>
    </dgm:pt>
    <dgm:pt modelId="{07DBE898-9CD8-472C-80ED-1CCD201F9700}">
      <dgm:prSet custT="1"/>
      <dgm:spPr/>
      <dgm:t>
        <a:bodyPr/>
        <a:lstStyle/>
        <a:p>
          <a:r>
            <a:rPr lang="es-CL" sz="1200" noProof="0" dirty="0"/>
            <a:t>Proveedor </a:t>
          </a:r>
        </a:p>
      </dgm:t>
    </dgm:pt>
    <dgm:pt modelId="{7D57AB04-A8AF-4586-AC89-27C2F940F790}" type="parTrans" cxnId="{8441541C-6EE0-4A35-AB56-AB780923067D}">
      <dgm:prSet/>
      <dgm:spPr/>
      <dgm:t>
        <a:bodyPr/>
        <a:lstStyle/>
        <a:p>
          <a:endParaRPr lang="es-CL" sz="1200"/>
        </a:p>
      </dgm:t>
    </dgm:pt>
    <dgm:pt modelId="{DD38DD0A-1307-4584-880A-4F7F575E80A0}" type="sibTrans" cxnId="{8441541C-6EE0-4A35-AB56-AB780923067D}">
      <dgm:prSet/>
      <dgm:spPr/>
      <dgm:t>
        <a:bodyPr/>
        <a:lstStyle/>
        <a:p>
          <a:endParaRPr lang="es-CL" sz="1200"/>
        </a:p>
      </dgm:t>
    </dgm:pt>
    <dgm:pt modelId="{5E0A16D5-E836-4F13-99DF-CF8C2F9BBC34}">
      <dgm:prSet custT="1"/>
      <dgm:spPr/>
      <dgm:t>
        <a:bodyPr/>
        <a:lstStyle/>
        <a:p>
          <a:r>
            <a:rPr lang="es-CL" sz="1200" noProof="0" dirty="0"/>
            <a:t>Presupuesto total</a:t>
          </a:r>
        </a:p>
      </dgm:t>
    </dgm:pt>
    <dgm:pt modelId="{FFDE582F-215F-49AE-B408-A532FB018B18}" type="parTrans" cxnId="{DE53448E-FFE7-4139-9452-A06A0807AAC3}">
      <dgm:prSet/>
      <dgm:spPr/>
      <dgm:t>
        <a:bodyPr/>
        <a:lstStyle/>
        <a:p>
          <a:endParaRPr lang="es-CL" sz="1200"/>
        </a:p>
      </dgm:t>
    </dgm:pt>
    <dgm:pt modelId="{82F38FF0-5C2B-4582-B035-69F40F56E568}" type="sibTrans" cxnId="{DE53448E-FFE7-4139-9452-A06A0807AAC3}">
      <dgm:prSet/>
      <dgm:spPr/>
      <dgm:t>
        <a:bodyPr/>
        <a:lstStyle/>
        <a:p>
          <a:endParaRPr lang="es-CL" sz="1200"/>
        </a:p>
      </dgm:t>
    </dgm:pt>
    <dgm:pt modelId="{DBAAF1BE-9200-46DF-93B8-DCCB12262CB8}">
      <dgm:prSet custT="1"/>
      <dgm:spPr/>
      <dgm:t>
        <a:bodyPr/>
        <a:lstStyle/>
        <a:p>
          <a:r>
            <a:rPr lang="es-CL" sz="1200" noProof="0" dirty="0"/>
            <a:t>Estado</a:t>
          </a:r>
        </a:p>
      </dgm:t>
    </dgm:pt>
    <dgm:pt modelId="{AF8F05B3-094B-4ED6-8260-A23C5FD3788D}" type="parTrans" cxnId="{ED9D4345-6972-423C-B3D4-B3FDFE53703C}">
      <dgm:prSet/>
      <dgm:spPr/>
      <dgm:t>
        <a:bodyPr/>
        <a:lstStyle/>
        <a:p>
          <a:endParaRPr lang="es-CL" sz="1200"/>
        </a:p>
      </dgm:t>
    </dgm:pt>
    <dgm:pt modelId="{ECB7FE32-B211-475F-886A-B9FE5647BD37}" type="sibTrans" cxnId="{ED9D4345-6972-423C-B3D4-B3FDFE53703C}">
      <dgm:prSet/>
      <dgm:spPr/>
      <dgm:t>
        <a:bodyPr/>
        <a:lstStyle/>
        <a:p>
          <a:endParaRPr lang="es-CL" sz="1200"/>
        </a:p>
      </dgm:t>
    </dgm:pt>
    <dgm:pt modelId="{B866D9AC-EBDB-4904-8CF0-8B6D8589CE19}">
      <dgm:prSet custT="1"/>
      <dgm:spPr/>
      <dgm:t>
        <a:bodyPr/>
        <a:lstStyle/>
        <a:p>
          <a:r>
            <a:rPr lang="es-CL" sz="1200" noProof="0" dirty="0"/>
            <a:t>¿Es mejora continua o funcionalidad nueva?</a:t>
          </a:r>
        </a:p>
      </dgm:t>
    </dgm:pt>
    <dgm:pt modelId="{45EEB83A-5DEF-4FDB-B87E-69F6A9FBEA51}" type="parTrans" cxnId="{7741A3B7-2657-44D6-B757-16E5B16FC4E0}">
      <dgm:prSet/>
      <dgm:spPr/>
      <dgm:t>
        <a:bodyPr/>
        <a:lstStyle/>
        <a:p>
          <a:endParaRPr lang="es-CL" sz="1200"/>
        </a:p>
      </dgm:t>
    </dgm:pt>
    <dgm:pt modelId="{EB159945-F486-4ED0-87BB-D3D7FC3C9F8A}" type="sibTrans" cxnId="{7741A3B7-2657-44D6-B757-16E5B16FC4E0}">
      <dgm:prSet/>
      <dgm:spPr/>
      <dgm:t>
        <a:bodyPr/>
        <a:lstStyle/>
        <a:p>
          <a:endParaRPr lang="es-CL" sz="1200"/>
        </a:p>
      </dgm:t>
    </dgm:pt>
    <dgm:pt modelId="{6102C800-023D-49B8-AB21-09506F610E0E}">
      <dgm:prSet custT="1"/>
      <dgm:spPr/>
      <dgm:t>
        <a:bodyPr/>
        <a:lstStyle/>
        <a:p>
          <a:r>
            <a:rPr lang="es-CL" sz="1200" noProof="0" dirty="0"/>
            <a:t>Descripción de proyecto</a:t>
          </a:r>
        </a:p>
      </dgm:t>
    </dgm:pt>
    <dgm:pt modelId="{B0D0E6FD-B219-4F61-A950-DA5BE42E4AA2}" type="parTrans" cxnId="{22B62D8B-BF7D-426B-AE04-19D493660D95}">
      <dgm:prSet/>
      <dgm:spPr/>
      <dgm:t>
        <a:bodyPr/>
        <a:lstStyle/>
        <a:p>
          <a:endParaRPr lang="es-CL" sz="1200"/>
        </a:p>
      </dgm:t>
    </dgm:pt>
    <dgm:pt modelId="{570AC770-8CD0-42EF-B9FB-5F78BAD14F70}" type="sibTrans" cxnId="{22B62D8B-BF7D-426B-AE04-19D493660D95}">
      <dgm:prSet/>
      <dgm:spPr/>
      <dgm:t>
        <a:bodyPr/>
        <a:lstStyle/>
        <a:p>
          <a:endParaRPr lang="es-CL" sz="1200"/>
        </a:p>
      </dgm:t>
    </dgm:pt>
    <dgm:pt modelId="{D878E2F0-0AA4-4A89-A69D-78778A042108}">
      <dgm:prSet custT="1"/>
      <dgm:spPr/>
      <dgm:t>
        <a:bodyPr/>
        <a:lstStyle/>
        <a:p>
          <a:r>
            <a:rPr lang="es-CL" sz="1200" noProof="0" dirty="0"/>
            <a:t>Fecha estimada finalización</a:t>
          </a:r>
        </a:p>
      </dgm:t>
    </dgm:pt>
    <dgm:pt modelId="{FF935680-69EF-442F-98A0-90801846D729}" type="parTrans" cxnId="{BB2FFB75-5EF0-4D57-BD9E-F8EF1D06430E}">
      <dgm:prSet/>
      <dgm:spPr/>
      <dgm:t>
        <a:bodyPr/>
        <a:lstStyle/>
        <a:p>
          <a:endParaRPr lang="es-CL" sz="1200"/>
        </a:p>
      </dgm:t>
    </dgm:pt>
    <dgm:pt modelId="{4EEF78AD-EED1-48FA-9368-B580D74FE55C}" type="sibTrans" cxnId="{BB2FFB75-5EF0-4D57-BD9E-F8EF1D06430E}">
      <dgm:prSet/>
      <dgm:spPr/>
      <dgm:t>
        <a:bodyPr/>
        <a:lstStyle/>
        <a:p>
          <a:endParaRPr lang="es-CL" sz="1200"/>
        </a:p>
      </dgm:t>
    </dgm:pt>
    <dgm:pt modelId="{FD6245BF-0AB1-49EE-B94D-68802141D0BF}">
      <dgm:prSet custT="1"/>
      <dgm:spPr/>
      <dgm:t>
        <a:bodyPr/>
        <a:lstStyle/>
        <a:p>
          <a:r>
            <a:rPr lang="es-CL" sz="1200" noProof="0" dirty="0"/>
            <a:t>Sistema</a:t>
          </a:r>
        </a:p>
      </dgm:t>
    </dgm:pt>
    <dgm:pt modelId="{066F7617-AE28-4C38-AF6C-8EEB5C2E9AEF}" type="parTrans" cxnId="{2F42532C-3D59-46D3-B614-884EA15DE22D}">
      <dgm:prSet/>
      <dgm:spPr/>
      <dgm:t>
        <a:bodyPr/>
        <a:lstStyle/>
        <a:p>
          <a:endParaRPr lang="es-CL" sz="1200"/>
        </a:p>
      </dgm:t>
    </dgm:pt>
    <dgm:pt modelId="{311C22A8-BFF0-4CDC-B8B3-F08F7AA310F8}" type="sibTrans" cxnId="{2F42532C-3D59-46D3-B614-884EA15DE22D}">
      <dgm:prSet/>
      <dgm:spPr/>
      <dgm:t>
        <a:bodyPr/>
        <a:lstStyle/>
        <a:p>
          <a:endParaRPr lang="es-CL" sz="1200"/>
        </a:p>
      </dgm:t>
    </dgm:pt>
    <dgm:pt modelId="{7A3233E5-CFDB-480C-A3F5-5C43784DAF1F}">
      <dgm:prSet custT="1"/>
      <dgm:spPr/>
      <dgm:t>
        <a:bodyPr/>
        <a:lstStyle/>
        <a:p>
          <a:r>
            <a:rPr lang="es-CL" sz="1200" noProof="0" dirty="0"/>
            <a:t>Presupuesto disponible </a:t>
          </a:r>
        </a:p>
      </dgm:t>
    </dgm:pt>
    <dgm:pt modelId="{910E082D-0C76-4004-AD5F-08B7D5795524}" type="parTrans" cxnId="{E47DF5ED-5648-4B3F-B750-B52FCDED798E}">
      <dgm:prSet/>
      <dgm:spPr/>
      <dgm:t>
        <a:bodyPr/>
        <a:lstStyle/>
        <a:p>
          <a:endParaRPr lang="es-CL" sz="1200"/>
        </a:p>
      </dgm:t>
    </dgm:pt>
    <dgm:pt modelId="{B1C66A80-8BA3-4957-9BC5-8798C3331243}" type="sibTrans" cxnId="{E47DF5ED-5648-4B3F-B750-B52FCDED798E}">
      <dgm:prSet/>
      <dgm:spPr/>
      <dgm:t>
        <a:bodyPr/>
        <a:lstStyle/>
        <a:p>
          <a:endParaRPr lang="es-CL" sz="1200"/>
        </a:p>
      </dgm:t>
    </dgm:pt>
    <dgm:pt modelId="{87BCC938-C3CE-4B25-A8CA-A9A67741615C}" type="pres">
      <dgm:prSet presAssocID="{3FA80FFE-44FD-4162-9484-9C0A44FB4F63}" presName="linear" presStyleCnt="0">
        <dgm:presLayoutVars>
          <dgm:animLvl val="lvl"/>
          <dgm:resizeHandles val="exact"/>
        </dgm:presLayoutVars>
      </dgm:prSet>
      <dgm:spPr/>
    </dgm:pt>
    <dgm:pt modelId="{8A73C5B2-EEB3-41F4-B846-316B982B3C84}" type="pres">
      <dgm:prSet presAssocID="{1EAF7616-AAB6-43D6-BB17-24E61BBD2B80}" presName="parentText" presStyleLbl="node1" presStyleIdx="0" presStyleCnt="11">
        <dgm:presLayoutVars>
          <dgm:chMax val="0"/>
          <dgm:bulletEnabled val="1"/>
        </dgm:presLayoutVars>
      </dgm:prSet>
      <dgm:spPr/>
    </dgm:pt>
    <dgm:pt modelId="{14496145-90B4-4590-A1DE-18D370576331}" type="pres">
      <dgm:prSet presAssocID="{56744259-A2CF-443D-8239-B77486392340}" presName="spacer" presStyleCnt="0"/>
      <dgm:spPr/>
    </dgm:pt>
    <dgm:pt modelId="{04630BE0-9E5D-4C52-B7AB-CDF474C8F1BF}" type="pres">
      <dgm:prSet presAssocID="{6102C800-023D-49B8-AB21-09506F610E0E}" presName="parentText" presStyleLbl="node1" presStyleIdx="1" presStyleCnt="11">
        <dgm:presLayoutVars>
          <dgm:chMax val="0"/>
          <dgm:bulletEnabled val="1"/>
        </dgm:presLayoutVars>
      </dgm:prSet>
      <dgm:spPr/>
    </dgm:pt>
    <dgm:pt modelId="{6EC33EBB-B68D-4C47-9318-E2A7366BCBE6}" type="pres">
      <dgm:prSet presAssocID="{570AC770-8CD0-42EF-B9FB-5F78BAD14F70}" presName="spacer" presStyleCnt="0"/>
      <dgm:spPr/>
    </dgm:pt>
    <dgm:pt modelId="{40060267-E7D1-4B92-8CDC-8AEBC47022D1}" type="pres">
      <dgm:prSet presAssocID="{FD6245BF-0AB1-49EE-B94D-68802141D0BF}" presName="parentText" presStyleLbl="node1" presStyleIdx="2" presStyleCnt="11">
        <dgm:presLayoutVars>
          <dgm:chMax val="0"/>
          <dgm:bulletEnabled val="1"/>
        </dgm:presLayoutVars>
      </dgm:prSet>
      <dgm:spPr/>
    </dgm:pt>
    <dgm:pt modelId="{BC464CAE-90E9-4760-9BD5-A49C86589DD5}" type="pres">
      <dgm:prSet presAssocID="{311C22A8-BFF0-4CDC-B8B3-F08F7AA310F8}" presName="spacer" presStyleCnt="0"/>
      <dgm:spPr/>
    </dgm:pt>
    <dgm:pt modelId="{CD6FAB9A-741D-4D44-89BF-C831A4CB37CD}" type="pres">
      <dgm:prSet presAssocID="{6CD7BD30-8250-43B2-848B-9CD57F941446}" presName="parentText" presStyleLbl="node1" presStyleIdx="3" presStyleCnt="11">
        <dgm:presLayoutVars>
          <dgm:chMax val="0"/>
          <dgm:bulletEnabled val="1"/>
        </dgm:presLayoutVars>
      </dgm:prSet>
      <dgm:spPr/>
    </dgm:pt>
    <dgm:pt modelId="{A108CEDA-D29B-461C-865C-80B83C958840}" type="pres">
      <dgm:prSet presAssocID="{5597D776-E439-4F24-AF2E-EE15B95BBFC9}" presName="spacer" presStyleCnt="0"/>
      <dgm:spPr/>
    </dgm:pt>
    <dgm:pt modelId="{6411FB2B-55F8-4D45-9D9E-C926D333183B}" type="pres">
      <dgm:prSet presAssocID="{D878E2F0-0AA4-4A89-A69D-78778A042108}" presName="parentText" presStyleLbl="node1" presStyleIdx="4" presStyleCnt="11">
        <dgm:presLayoutVars>
          <dgm:chMax val="0"/>
          <dgm:bulletEnabled val="1"/>
        </dgm:presLayoutVars>
      </dgm:prSet>
      <dgm:spPr/>
    </dgm:pt>
    <dgm:pt modelId="{F1B32A1D-C7CE-4F72-8A58-00F0FDA2CCA9}" type="pres">
      <dgm:prSet presAssocID="{4EEF78AD-EED1-48FA-9368-B580D74FE55C}" presName="spacer" presStyleCnt="0"/>
      <dgm:spPr/>
    </dgm:pt>
    <dgm:pt modelId="{8B479652-C90E-4737-ADBF-8AB207047D42}" type="pres">
      <dgm:prSet presAssocID="{76072E08-4159-4825-9A3A-0E6DC88AAA52}" presName="parentText" presStyleLbl="node1" presStyleIdx="5" presStyleCnt="11">
        <dgm:presLayoutVars>
          <dgm:chMax val="0"/>
          <dgm:bulletEnabled val="1"/>
        </dgm:presLayoutVars>
      </dgm:prSet>
      <dgm:spPr/>
    </dgm:pt>
    <dgm:pt modelId="{27D34CAB-7EF8-47F0-A05D-9B7F53DBC6DD}" type="pres">
      <dgm:prSet presAssocID="{ADDEFD1F-C775-4436-A154-45BF318D8F1F}" presName="spacer" presStyleCnt="0"/>
      <dgm:spPr/>
    </dgm:pt>
    <dgm:pt modelId="{F20D07FB-0436-4AC8-AED6-E71C11D9AF4B}" type="pres">
      <dgm:prSet presAssocID="{07DBE898-9CD8-472C-80ED-1CCD201F9700}" presName="parentText" presStyleLbl="node1" presStyleIdx="6" presStyleCnt="11">
        <dgm:presLayoutVars>
          <dgm:chMax val="0"/>
          <dgm:bulletEnabled val="1"/>
        </dgm:presLayoutVars>
      </dgm:prSet>
      <dgm:spPr/>
    </dgm:pt>
    <dgm:pt modelId="{977C8C23-3C1F-4EC1-8F99-1147C642C42D}" type="pres">
      <dgm:prSet presAssocID="{DD38DD0A-1307-4584-880A-4F7F575E80A0}" presName="spacer" presStyleCnt="0"/>
      <dgm:spPr/>
    </dgm:pt>
    <dgm:pt modelId="{1FEDDCA9-0BA1-455F-B478-9C0F74CFF2E7}" type="pres">
      <dgm:prSet presAssocID="{5E0A16D5-E836-4F13-99DF-CF8C2F9BBC34}" presName="parentText" presStyleLbl="node1" presStyleIdx="7" presStyleCnt="11">
        <dgm:presLayoutVars>
          <dgm:chMax val="0"/>
          <dgm:bulletEnabled val="1"/>
        </dgm:presLayoutVars>
      </dgm:prSet>
      <dgm:spPr/>
    </dgm:pt>
    <dgm:pt modelId="{A1B387AF-B34B-420D-9C29-F49532CDA127}" type="pres">
      <dgm:prSet presAssocID="{82F38FF0-5C2B-4582-B035-69F40F56E568}" presName="spacer" presStyleCnt="0"/>
      <dgm:spPr/>
    </dgm:pt>
    <dgm:pt modelId="{B2B2275C-9760-4DCA-9CF7-E16C46117223}" type="pres">
      <dgm:prSet presAssocID="{7A3233E5-CFDB-480C-A3F5-5C43784DAF1F}" presName="parentText" presStyleLbl="node1" presStyleIdx="8" presStyleCnt="11">
        <dgm:presLayoutVars>
          <dgm:chMax val="0"/>
          <dgm:bulletEnabled val="1"/>
        </dgm:presLayoutVars>
      </dgm:prSet>
      <dgm:spPr/>
    </dgm:pt>
    <dgm:pt modelId="{DFB811E7-7774-46B9-9AE1-FC22B5545EE3}" type="pres">
      <dgm:prSet presAssocID="{B1C66A80-8BA3-4957-9BC5-8798C3331243}" presName="spacer" presStyleCnt="0"/>
      <dgm:spPr/>
    </dgm:pt>
    <dgm:pt modelId="{A5346575-2B62-4C4E-A808-873A4F6B1C20}" type="pres">
      <dgm:prSet presAssocID="{DBAAF1BE-9200-46DF-93B8-DCCB12262CB8}" presName="parentText" presStyleLbl="node1" presStyleIdx="9" presStyleCnt="11">
        <dgm:presLayoutVars>
          <dgm:chMax val="0"/>
          <dgm:bulletEnabled val="1"/>
        </dgm:presLayoutVars>
      </dgm:prSet>
      <dgm:spPr/>
    </dgm:pt>
    <dgm:pt modelId="{8C4848C1-CAFE-43CB-88AA-51A1524BC628}" type="pres">
      <dgm:prSet presAssocID="{ECB7FE32-B211-475F-886A-B9FE5647BD37}" presName="spacer" presStyleCnt="0"/>
      <dgm:spPr/>
    </dgm:pt>
    <dgm:pt modelId="{F5A323B1-5D06-496F-BAB6-59422E5699CC}" type="pres">
      <dgm:prSet presAssocID="{B866D9AC-EBDB-4904-8CF0-8B6D8589CE19}" presName="parentText" presStyleLbl="node1" presStyleIdx="10" presStyleCnt="11">
        <dgm:presLayoutVars>
          <dgm:chMax val="0"/>
          <dgm:bulletEnabled val="1"/>
        </dgm:presLayoutVars>
      </dgm:prSet>
      <dgm:spPr/>
    </dgm:pt>
  </dgm:ptLst>
  <dgm:cxnLst>
    <dgm:cxn modelId="{23A3D109-ED96-43D7-B2F8-A0867EBBC6B0}" srcId="{3FA80FFE-44FD-4162-9484-9C0A44FB4F63}" destId="{1EAF7616-AAB6-43D6-BB17-24E61BBD2B80}" srcOrd="0" destOrd="0" parTransId="{3AB8252E-0754-4701-A5B1-025B66BB3B88}" sibTransId="{56744259-A2CF-443D-8239-B77486392340}"/>
    <dgm:cxn modelId="{A2D6B21B-9944-4308-9718-AF045631D2F2}" type="presOf" srcId="{FD6245BF-0AB1-49EE-B94D-68802141D0BF}" destId="{40060267-E7D1-4B92-8CDC-8AEBC47022D1}" srcOrd="0" destOrd="0" presId="urn:microsoft.com/office/officeart/2005/8/layout/vList2"/>
    <dgm:cxn modelId="{8441541C-6EE0-4A35-AB56-AB780923067D}" srcId="{3FA80FFE-44FD-4162-9484-9C0A44FB4F63}" destId="{07DBE898-9CD8-472C-80ED-1CCD201F9700}" srcOrd="6" destOrd="0" parTransId="{7D57AB04-A8AF-4586-AC89-27C2F940F790}" sibTransId="{DD38DD0A-1307-4584-880A-4F7F575E80A0}"/>
    <dgm:cxn modelId="{89B08724-E46F-4D90-BD71-B24751EB4945}" type="presOf" srcId="{5E0A16D5-E836-4F13-99DF-CF8C2F9BBC34}" destId="{1FEDDCA9-0BA1-455F-B478-9C0F74CFF2E7}" srcOrd="0" destOrd="0" presId="urn:microsoft.com/office/officeart/2005/8/layout/vList2"/>
    <dgm:cxn modelId="{2F42532C-3D59-46D3-B614-884EA15DE22D}" srcId="{3FA80FFE-44FD-4162-9484-9C0A44FB4F63}" destId="{FD6245BF-0AB1-49EE-B94D-68802141D0BF}" srcOrd="2" destOrd="0" parTransId="{066F7617-AE28-4C38-AF6C-8EEB5C2E9AEF}" sibTransId="{311C22A8-BFF0-4CDC-B8B3-F08F7AA310F8}"/>
    <dgm:cxn modelId="{F059D031-CB0F-4312-86BA-803D78F4A9DA}" type="presOf" srcId="{DBAAF1BE-9200-46DF-93B8-DCCB12262CB8}" destId="{A5346575-2B62-4C4E-A808-873A4F6B1C20}" srcOrd="0" destOrd="0" presId="urn:microsoft.com/office/officeart/2005/8/layout/vList2"/>
    <dgm:cxn modelId="{E9A1B537-ED49-49EE-80AC-EA87AB06D811}" type="presOf" srcId="{D878E2F0-0AA4-4A89-A69D-78778A042108}" destId="{6411FB2B-55F8-4D45-9D9E-C926D333183B}" srcOrd="0" destOrd="0" presId="urn:microsoft.com/office/officeart/2005/8/layout/vList2"/>
    <dgm:cxn modelId="{3D431944-9976-4718-9A08-A3740635E27F}" srcId="{3FA80FFE-44FD-4162-9484-9C0A44FB4F63}" destId="{76072E08-4159-4825-9A3A-0E6DC88AAA52}" srcOrd="5" destOrd="0" parTransId="{7EE90CF2-CB3C-4C89-AEE0-8A81DC782848}" sibTransId="{ADDEFD1F-C775-4436-A154-45BF318D8F1F}"/>
    <dgm:cxn modelId="{ED9D4345-6972-423C-B3D4-B3FDFE53703C}" srcId="{3FA80FFE-44FD-4162-9484-9C0A44FB4F63}" destId="{DBAAF1BE-9200-46DF-93B8-DCCB12262CB8}" srcOrd="9" destOrd="0" parTransId="{AF8F05B3-094B-4ED6-8260-A23C5FD3788D}" sibTransId="{ECB7FE32-B211-475F-886A-B9FE5647BD37}"/>
    <dgm:cxn modelId="{80A56953-F8B1-4AAC-96B5-0FFB6481D2B9}" srcId="{3FA80FFE-44FD-4162-9484-9C0A44FB4F63}" destId="{6CD7BD30-8250-43B2-848B-9CD57F941446}" srcOrd="3" destOrd="0" parTransId="{FDD27613-CCE1-42EF-8F85-ADC76F94B810}" sibTransId="{5597D776-E439-4F24-AF2E-EE15B95BBFC9}"/>
    <dgm:cxn modelId="{BB2FFB75-5EF0-4D57-BD9E-F8EF1D06430E}" srcId="{3FA80FFE-44FD-4162-9484-9C0A44FB4F63}" destId="{D878E2F0-0AA4-4A89-A69D-78778A042108}" srcOrd="4" destOrd="0" parTransId="{FF935680-69EF-442F-98A0-90801846D729}" sibTransId="{4EEF78AD-EED1-48FA-9368-B580D74FE55C}"/>
    <dgm:cxn modelId="{22B62D8B-BF7D-426B-AE04-19D493660D95}" srcId="{3FA80FFE-44FD-4162-9484-9C0A44FB4F63}" destId="{6102C800-023D-49B8-AB21-09506F610E0E}" srcOrd="1" destOrd="0" parTransId="{B0D0E6FD-B219-4F61-A950-DA5BE42E4AA2}" sibTransId="{570AC770-8CD0-42EF-B9FB-5F78BAD14F70}"/>
    <dgm:cxn modelId="{DE53448E-FFE7-4139-9452-A06A0807AAC3}" srcId="{3FA80FFE-44FD-4162-9484-9C0A44FB4F63}" destId="{5E0A16D5-E836-4F13-99DF-CF8C2F9BBC34}" srcOrd="7" destOrd="0" parTransId="{FFDE582F-215F-49AE-B408-A532FB018B18}" sibTransId="{82F38FF0-5C2B-4582-B035-69F40F56E568}"/>
    <dgm:cxn modelId="{2259F391-C1D4-4999-80AE-60DB75165239}" type="presOf" srcId="{6102C800-023D-49B8-AB21-09506F610E0E}" destId="{04630BE0-9E5D-4C52-B7AB-CDF474C8F1BF}" srcOrd="0" destOrd="0" presId="urn:microsoft.com/office/officeart/2005/8/layout/vList2"/>
    <dgm:cxn modelId="{6E1F7D93-6763-456F-B6BF-2286CE2D4FB2}" type="presOf" srcId="{7A3233E5-CFDB-480C-A3F5-5C43784DAF1F}" destId="{B2B2275C-9760-4DCA-9CF7-E16C46117223}" srcOrd="0" destOrd="0" presId="urn:microsoft.com/office/officeart/2005/8/layout/vList2"/>
    <dgm:cxn modelId="{58A707B0-C213-4039-B5A6-46EDF32FDD26}" type="presOf" srcId="{6CD7BD30-8250-43B2-848B-9CD57F941446}" destId="{CD6FAB9A-741D-4D44-89BF-C831A4CB37CD}" srcOrd="0" destOrd="0" presId="urn:microsoft.com/office/officeart/2005/8/layout/vList2"/>
    <dgm:cxn modelId="{7741A3B7-2657-44D6-B757-16E5B16FC4E0}" srcId="{3FA80FFE-44FD-4162-9484-9C0A44FB4F63}" destId="{B866D9AC-EBDB-4904-8CF0-8B6D8589CE19}" srcOrd="10" destOrd="0" parTransId="{45EEB83A-5DEF-4FDB-B87E-69F6A9FBEA51}" sibTransId="{EB159945-F486-4ED0-87BB-D3D7FC3C9F8A}"/>
    <dgm:cxn modelId="{D96799BA-9D3D-4332-99CB-EEA4D2B83AB6}" type="presOf" srcId="{76072E08-4159-4825-9A3A-0E6DC88AAA52}" destId="{8B479652-C90E-4737-ADBF-8AB207047D42}" srcOrd="0" destOrd="0" presId="urn:microsoft.com/office/officeart/2005/8/layout/vList2"/>
    <dgm:cxn modelId="{A94190C2-53EF-4C9C-B871-B5246ECCD1E1}" type="presOf" srcId="{1EAF7616-AAB6-43D6-BB17-24E61BBD2B80}" destId="{8A73C5B2-EEB3-41F4-B846-316B982B3C84}" srcOrd="0" destOrd="0" presId="urn:microsoft.com/office/officeart/2005/8/layout/vList2"/>
    <dgm:cxn modelId="{E47DF5ED-5648-4B3F-B750-B52FCDED798E}" srcId="{3FA80FFE-44FD-4162-9484-9C0A44FB4F63}" destId="{7A3233E5-CFDB-480C-A3F5-5C43784DAF1F}" srcOrd="8" destOrd="0" parTransId="{910E082D-0C76-4004-AD5F-08B7D5795524}" sibTransId="{B1C66A80-8BA3-4957-9BC5-8798C3331243}"/>
    <dgm:cxn modelId="{FE790EF9-74E6-403E-AE25-D5BEFA117B30}" type="presOf" srcId="{3FA80FFE-44FD-4162-9484-9C0A44FB4F63}" destId="{87BCC938-C3CE-4B25-A8CA-A9A67741615C}" srcOrd="0" destOrd="0" presId="urn:microsoft.com/office/officeart/2005/8/layout/vList2"/>
    <dgm:cxn modelId="{E64060F9-DF12-4084-987D-6D1633F3CEF4}" type="presOf" srcId="{07DBE898-9CD8-472C-80ED-1CCD201F9700}" destId="{F20D07FB-0436-4AC8-AED6-E71C11D9AF4B}" srcOrd="0" destOrd="0" presId="urn:microsoft.com/office/officeart/2005/8/layout/vList2"/>
    <dgm:cxn modelId="{CB04A9FC-66F6-47F3-8481-DB2536A75F41}" type="presOf" srcId="{B866D9AC-EBDB-4904-8CF0-8B6D8589CE19}" destId="{F5A323B1-5D06-496F-BAB6-59422E5699CC}" srcOrd="0" destOrd="0" presId="urn:microsoft.com/office/officeart/2005/8/layout/vList2"/>
    <dgm:cxn modelId="{E2B076A3-B726-42A4-960A-C4C27005442D}" type="presParOf" srcId="{87BCC938-C3CE-4B25-A8CA-A9A67741615C}" destId="{8A73C5B2-EEB3-41F4-B846-316B982B3C84}" srcOrd="0" destOrd="0" presId="urn:microsoft.com/office/officeart/2005/8/layout/vList2"/>
    <dgm:cxn modelId="{07831337-2EBB-402D-A2DD-0B79E823C942}" type="presParOf" srcId="{87BCC938-C3CE-4B25-A8CA-A9A67741615C}" destId="{14496145-90B4-4590-A1DE-18D370576331}" srcOrd="1" destOrd="0" presId="urn:microsoft.com/office/officeart/2005/8/layout/vList2"/>
    <dgm:cxn modelId="{996157CC-9AB8-4F85-B5F4-E79D1A69E7BA}" type="presParOf" srcId="{87BCC938-C3CE-4B25-A8CA-A9A67741615C}" destId="{04630BE0-9E5D-4C52-B7AB-CDF474C8F1BF}" srcOrd="2" destOrd="0" presId="urn:microsoft.com/office/officeart/2005/8/layout/vList2"/>
    <dgm:cxn modelId="{4040E9A5-754D-488E-96BC-31E3BC41695C}" type="presParOf" srcId="{87BCC938-C3CE-4B25-A8CA-A9A67741615C}" destId="{6EC33EBB-B68D-4C47-9318-E2A7366BCBE6}" srcOrd="3" destOrd="0" presId="urn:microsoft.com/office/officeart/2005/8/layout/vList2"/>
    <dgm:cxn modelId="{D68B242F-B17B-4B2E-8D09-60DE0DE618ED}" type="presParOf" srcId="{87BCC938-C3CE-4B25-A8CA-A9A67741615C}" destId="{40060267-E7D1-4B92-8CDC-8AEBC47022D1}" srcOrd="4" destOrd="0" presId="urn:microsoft.com/office/officeart/2005/8/layout/vList2"/>
    <dgm:cxn modelId="{9A3CFBF3-9D20-4A77-829A-66A884BCF880}" type="presParOf" srcId="{87BCC938-C3CE-4B25-A8CA-A9A67741615C}" destId="{BC464CAE-90E9-4760-9BD5-A49C86589DD5}" srcOrd="5" destOrd="0" presId="urn:microsoft.com/office/officeart/2005/8/layout/vList2"/>
    <dgm:cxn modelId="{D5494738-0DF1-4046-81C1-D282101D5382}" type="presParOf" srcId="{87BCC938-C3CE-4B25-A8CA-A9A67741615C}" destId="{CD6FAB9A-741D-4D44-89BF-C831A4CB37CD}" srcOrd="6" destOrd="0" presId="urn:microsoft.com/office/officeart/2005/8/layout/vList2"/>
    <dgm:cxn modelId="{62DEA709-302E-4CD7-9037-28E245DE18E8}" type="presParOf" srcId="{87BCC938-C3CE-4B25-A8CA-A9A67741615C}" destId="{A108CEDA-D29B-461C-865C-80B83C958840}" srcOrd="7" destOrd="0" presId="urn:microsoft.com/office/officeart/2005/8/layout/vList2"/>
    <dgm:cxn modelId="{2AB978C9-5DDD-4639-9B09-889242D17273}" type="presParOf" srcId="{87BCC938-C3CE-4B25-A8CA-A9A67741615C}" destId="{6411FB2B-55F8-4D45-9D9E-C926D333183B}" srcOrd="8" destOrd="0" presId="urn:microsoft.com/office/officeart/2005/8/layout/vList2"/>
    <dgm:cxn modelId="{8B775B3B-DE8D-4397-9849-5254B121B8C8}" type="presParOf" srcId="{87BCC938-C3CE-4B25-A8CA-A9A67741615C}" destId="{F1B32A1D-C7CE-4F72-8A58-00F0FDA2CCA9}" srcOrd="9" destOrd="0" presId="urn:microsoft.com/office/officeart/2005/8/layout/vList2"/>
    <dgm:cxn modelId="{572DE888-D173-44CD-9B3D-18F48A902314}" type="presParOf" srcId="{87BCC938-C3CE-4B25-A8CA-A9A67741615C}" destId="{8B479652-C90E-4737-ADBF-8AB207047D42}" srcOrd="10" destOrd="0" presId="urn:microsoft.com/office/officeart/2005/8/layout/vList2"/>
    <dgm:cxn modelId="{FA39449E-5692-4DC6-9A61-FFE753ECCD63}" type="presParOf" srcId="{87BCC938-C3CE-4B25-A8CA-A9A67741615C}" destId="{27D34CAB-7EF8-47F0-A05D-9B7F53DBC6DD}" srcOrd="11" destOrd="0" presId="urn:microsoft.com/office/officeart/2005/8/layout/vList2"/>
    <dgm:cxn modelId="{8BA3C5C7-111E-4DE8-8FE6-107C9693FB69}" type="presParOf" srcId="{87BCC938-C3CE-4B25-A8CA-A9A67741615C}" destId="{F20D07FB-0436-4AC8-AED6-E71C11D9AF4B}" srcOrd="12" destOrd="0" presId="urn:microsoft.com/office/officeart/2005/8/layout/vList2"/>
    <dgm:cxn modelId="{79B8C8B1-5B0C-44A9-B6DA-231B5F2A7EA1}" type="presParOf" srcId="{87BCC938-C3CE-4B25-A8CA-A9A67741615C}" destId="{977C8C23-3C1F-4EC1-8F99-1147C642C42D}" srcOrd="13" destOrd="0" presId="urn:microsoft.com/office/officeart/2005/8/layout/vList2"/>
    <dgm:cxn modelId="{6F00FF1F-8DF3-4373-9E9C-61AF3F531FAC}" type="presParOf" srcId="{87BCC938-C3CE-4B25-A8CA-A9A67741615C}" destId="{1FEDDCA9-0BA1-455F-B478-9C0F74CFF2E7}" srcOrd="14" destOrd="0" presId="urn:microsoft.com/office/officeart/2005/8/layout/vList2"/>
    <dgm:cxn modelId="{7BFD2E10-DFA9-4DE3-9D47-7D6B2DFB3FB7}" type="presParOf" srcId="{87BCC938-C3CE-4B25-A8CA-A9A67741615C}" destId="{A1B387AF-B34B-420D-9C29-F49532CDA127}" srcOrd="15" destOrd="0" presId="urn:microsoft.com/office/officeart/2005/8/layout/vList2"/>
    <dgm:cxn modelId="{47026E6A-6921-4F3B-98BF-849C49991599}" type="presParOf" srcId="{87BCC938-C3CE-4B25-A8CA-A9A67741615C}" destId="{B2B2275C-9760-4DCA-9CF7-E16C46117223}" srcOrd="16" destOrd="0" presId="urn:microsoft.com/office/officeart/2005/8/layout/vList2"/>
    <dgm:cxn modelId="{419FB8D7-CC63-4504-9614-9C8F6EFE1F2B}" type="presParOf" srcId="{87BCC938-C3CE-4B25-A8CA-A9A67741615C}" destId="{DFB811E7-7774-46B9-9AE1-FC22B5545EE3}" srcOrd="17" destOrd="0" presId="urn:microsoft.com/office/officeart/2005/8/layout/vList2"/>
    <dgm:cxn modelId="{755C25CA-ABB6-4397-89BD-C4E2B922FAC6}" type="presParOf" srcId="{87BCC938-C3CE-4B25-A8CA-A9A67741615C}" destId="{A5346575-2B62-4C4E-A808-873A4F6B1C20}" srcOrd="18" destOrd="0" presId="urn:microsoft.com/office/officeart/2005/8/layout/vList2"/>
    <dgm:cxn modelId="{D6E9AE58-4BD8-4E16-8A38-733ACBE6F6F6}" type="presParOf" srcId="{87BCC938-C3CE-4B25-A8CA-A9A67741615C}" destId="{8C4848C1-CAFE-43CB-88AA-51A1524BC628}" srcOrd="19" destOrd="0" presId="urn:microsoft.com/office/officeart/2005/8/layout/vList2"/>
    <dgm:cxn modelId="{1BD9948C-24BC-45E3-BA2F-C64B2371A05E}" type="presParOf" srcId="{87BCC938-C3CE-4B25-A8CA-A9A67741615C}" destId="{F5A323B1-5D06-496F-BAB6-59422E5699CC}" srcOrd="2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2E4EB5-040D-4DCF-8B5F-738F566C5857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L"/>
        </a:p>
      </dgm:t>
    </dgm:pt>
    <dgm:pt modelId="{E1F4A9CC-D7AD-4F5D-A68D-6986DBCC8259}">
      <dgm:prSet phldrT="[Texto]" phldr="0"/>
      <dgm:spPr/>
      <dgm:t>
        <a:bodyPr/>
        <a:lstStyle/>
        <a:p>
          <a:r>
            <a:rPr lang="es-CL" noProof="0" dirty="0"/>
            <a:t>Presupuesto total</a:t>
          </a:r>
        </a:p>
      </dgm:t>
    </dgm:pt>
    <dgm:pt modelId="{6D8438A4-CD58-40D6-83BD-CD30B7E7258A}" type="parTrans" cxnId="{9A8DA681-EDC6-41A9-8877-D77955BF64E9}">
      <dgm:prSet/>
      <dgm:spPr/>
      <dgm:t>
        <a:bodyPr/>
        <a:lstStyle/>
        <a:p>
          <a:endParaRPr lang="es-CL"/>
        </a:p>
      </dgm:t>
    </dgm:pt>
    <dgm:pt modelId="{21C94094-1181-4CEC-AC4D-4F2D6A86DD58}" type="sibTrans" cxnId="{9A8DA681-EDC6-41A9-8877-D77955BF64E9}">
      <dgm:prSet/>
      <dgm:spPr/>
      <dgm:t>
        <a:bodyPr/>
        <a:lstStyle/>
        <a:p>
          <a:endParaRPr lang="es-CL"/>
        </a:p>
      </dgm:t>
    </dgm:pt>
    <dgm:pt modelId="{24419CC1-76B1-426B-8028-5C07DAC2D923}">
      <dgm:prSet phldrT="[Texto]" phldr="0"/>
      <dgm:spPr/>
      <dgm:t>
        <a:bodyPr/>
        <a:lstStyle/>
        <a:p>
          <a:r>
            <a:rPr lang="es-CL" noProof="0" dirty="0"/>
            <a:t>Facturas</a:t>
          </a:r>
        </a:p>
      </dgm:t>
    </dgm:pt>
    <dgm:pt modelId="{4D9055B6-6DAC-4065-898D-6236D559026B}" type="parTrans" cxnId="{3E943095-2659-41F8-BF3F-215925AB8B23}">
      <dgm:prSet/>
      <dgm:spPr/>
      <dgm:t>
        <a:bodyPr/>
        <a:lstStyle/>
        <a:p>
          <a:endParaRPr lang="es-CL"/>
        </a:p>
      </dgm:t>
    </dgm:pt>
    <dgm:pt modelId="{92B3C441-A364-494D-8074-7A4301664865}" type="sibTrans" cxnId="{3E943095-2659-41F8-BF3F-215925AB8B23}">
      <dgm:prSet/>
      <dgm:spPr/>
      <dgm:t>
        <a:bodyPr/>
        <a:lstStyle/>
        <a:p>
          <a:endParaRPr lang="es-CL"/>
        </a:p>
      </dgm:t>
    </dgm:pt>
    <dgm:pt modelId="{87AA32C7-0FD9-4A38-8902-1654CB479E2D}">
      <dgm:prSet phldrT="[Texto]" phldr="0"/>
      <dgm:spPr/>
      <dgm:t>
        <a:bodyPr/>
        <a:lstStyle/>
        <a:p>
          <a:r>
            <a:rPr lang="es-CL" noProof="0" dirty="0"/>
            <a:t>Presupuesto Disponible (Real)</a:t>
          </a:r>
        </a:p>
      </dgm:t>
    </dgm:pt>
    <dgm:pt modelId="{D0C4F653-85F2-45C3-93EF-F7F45F24CD09}" type="parTrans" cxnId="{A53151BD-AE4E-4B6C-8159-CDF65F48DA23}">
      <dgm:prSet/>
      <dgm:spPr/>
      <dgm:t>
        <a:bodyPr/>
        <a:lstStyle/>
        <a:p>
          <a:endParaRPr lang="es-CL"/>
        </a:p>
      </dgm:t>
    </dgm:pt>
    <dgm:pt modelId="{B1A3A013-22CC-4B82-A1A1-57CC2708DF07}" type="sibTrans" cxnId="{A53151BD-AE4E-4B6C-8159-CDF65F48DA23}">
      <dgm:prSet/>
      <dgm:spPr/>
      <dgm:t>
        <a:bodyPr/>
        <a:lstStyle/>
        <a:p>
          <a:endParaRPr lang="es-CL"/>
        </a:p>
      </dgm:t>
    </dgm:pt>
    <dgm:pt modelId="{E9B71542-9D42-48B6-8CDB-9D6E9DF42FDA}" type="pres">
      <dgm:prSet presAssocID="{C02E4EB5-040D-4DCF-8B5F-738F566C5857}" presName="diagram" presStyleCnt="0">
        <dgm:presLayoutVars>
          <dgm:dir/>
          <dgm:resizeHandles val="exact"/>
        </dgm:presLayoutVars>
      </dgm:prSet>
      <dgm:spPr/>
    </dgm:pt>
    <dgm:pt modelId="{492D206B-6D0D-425A-9997-4BD944470DB6}" type="pres">
      <dgm:prSet presAssocID="{E1F4A9CC-D7AD-4F5D-A68D-6986DBCC8259}" presName="node" presStyleLbl="node1" presStyleIdx="0" presStyleCnt="3">
        <dgm:presLayoutVars>
          <dgm:bulletEnabled val="1"/>
        </dgm:presLayoutVars>
      </dgm:prSet>
      <dgm:spPr/>
    </dgm:pt>
    <dgm:pt modelId="{6812C935-EEF1-4668-95B0-30843D043303}" type="pres">
      <dgm:prSet presAssocID="{21C94094-1181-4CEC-AC4D-4F2D6A86DD58}" presName="sibTrans" presStyleCnt="0"/>
      <dgm:spPr/>
    </dgm:pt>
    <dgm:pt modelId="{D482CEC4-5182-4BEE-B453-D86CDBFBC18D}" type="pres">
      <dgm:prSet presAssocID="{24419CC1-76B1-426B-8028-5C07DAC2D923}" presName="node" presStyleLbl="node1" presStyleIdx="1" presStyleCnt="3">
        <dgm:presLayoutVars>
          <dgm:bulletEnabled val="1"/>
        </dgm:presLayoutVars>
      </dgm:prSet>
      <dgm:spPr/>
    </dgm:pt>
    <dgm:pt modelId="{2E68C25D-C4A6-467C-8123-EA3BA5FB5824}" type="pres">
      <dgm:prSet presAssocID="{92B3C441-A364-494D-8074-7A4301664865}" presName="sibTrans" presStyleCnt="0"/>
      <dgm:spPr/>
    </dgm:pt>
    <dgm:pt modelId="{B147BF0A-3DDE-4D5E-B8DC-BE7F80DB8F81}" type="pres">
      <dgm:prSet presAssocID="{87AA32C7-0FD9-4A38-8902-1654CB479E2D}" presName="node" presStyleLbl="node1" presStyleIdx="2" presStyleCnt="3">
        <dgm:presLayoutVars>
          <dgm:bulletEnabled val="1"/>
        </dgm:presLayoutVars>
      </dgm:prSet>
      <dgm:spPr/>
    </dgm:pt>
  </dgm:ptLst>
  <dgm:cxnLst>
    <dgm:cxn modelId="{7BB47C00-DC4D-44CD-8780-5C284E8C610D}" type="presOf" srcId="{87AA32C7-0FD9-4A38-8902-1654CB479E2D}" destId="{B147BF0A-3DDE-4D5E-B8DC-BE7F80DB8F81}" srcOrd="0" destOrd="0" presId="urn:microsoft.com/office/officeart/2005/8/layout/default"/>
    <dgm:cxn modelId="{B3DC3A51-61D5-4D9E-83FE-31F1F4A34C45}" type="presOf" srcId="{24419CC1-76B1-426B-8028-5C07DAC2D923}" destId="{D482CEC4-5182-4BEE-B453-D86CDBFBC18D}" srcOrd="0" destOrd="0" presId="urn:microsoft.com/office/officeart/2005/8/layout/default"/>
    <dgm:cxn modelId="{9A8DA681-EDC6-41A9-8877-D77955BF64E9}" srcId="{C02E4EB5-040D-4DCF-8B5F-738F566C5857}" destId="{E1F4A9CC-D7AD-4F5D-A68D-6986DBCC8259}" srcOrd="0" destOrd="0" parTransId="{6D8438A4-CD58-40D6-83BD-CD30B7E7258A}" sibTransId="{21C94094-1181-4CEC-AC4D-4F2D6A86DD58}"/>
    <dgm:cxn modelId="{D602BC88-F717-4353-8146-F080A8C6E765}" type="presOf" srcId="{E1F4A9CC-D7AD-4F5D-A68D-6986DBCC8259}" destId="{492D206B-6D0D-425A-9997-4BD944470DB6}" srcOrd="0" destOrd="0" presId="urn:microsoft.com/office/officeart/2005/8/layout/default"/>
    <dgm:cxn modelId="{35682A8B-D736-424C-B974-D38C44BB0CAF}" type="presOf" srcId="{C02E4EB5-040D-4DCF-8B5F-738F566C5857}" destId="{E9B71542-9D42-48B6-8CDB-9D6E9DF42FDA}" srcOrd="0" destOrd="0" presId="urn:microsoft.com/office/officeart/2005/8/layout/default"/>
    <dgm:cxn modelId="{3E943095-2659-41F8-BF3F-215925AB8B23}" srcId="{C02E4EB5-040D-4DCF-8B5F-738F566C5857}" destId="{24419CC1-76B1-426B-8028-5C07DAC2D923}" srcOrd="1" destOrd="0" parTransId="{4D9055B6-6DAC-4065-898D-6236D559026B}" sibTransId="{92B3C441-A364-494D-8074-7A4301664865}"/>
    <dgm:cxn modelId="{A53151BD-AE4E-4B6C-8159-CDF65F48DA23}" srcId="{C02E4EB5-040D-4DCF-8B5F-738F566C5857}" destId="{87AA32C7-0FD9-4A38-8902-1654CB479E2D}" srcOrd="2" destOrd="0" parTransId="{D0C4F653-85F2-45C3-93EF-F7F45F24CD09}" sibTransId="{B1A3A013-22CC-4B82-A1A1-57CC2708DF07}"/>
    <dgm:cxn modelId="{08ABA4AA-D393-4EDB-9A4F-BBFA1A0A0478}" type="presParOf" srcId="{E9B71542-9D42-48B6-8CDB-9D6E9DF42FDA}" destId="{492D206B-6D0D-425A-9997-4BD944470DB6}" srcOrd="0" destOrd="0" presId="urn:microsoft.com/office/officeart/2005/8/layout/default"/>
    <dgm:cxn modelId="{684F01C9-6BAD-47F4-BD88-CE8938FD91C8}" type="presParOf" srcId="{E9B71542-9D42-48B6-8CDB-9D6E9DF42FDA}" destId="{6812C935-EEF1-4668-95B0-30843D043303}" srcOrd="1" destOrd="0" presId="urn:microsoft.com/office/officeart/2005/8/layout/default"/>
    <dgm:cxn modelId="{728416AF-069C-4F36-A2D1-89A603D1F7A8}" type="presParOf" srcId="{E9B71542-9D42-48B6-8CDB-9D6E9DF42FDA}" destId="{D482CEC4-5182-4BEE-B453-D86CDBFBC18D}" srcOrd="2" destOrd="0" presId="urn:microsoft.com/office/officeart/2005/8/layout/default"/>
    <dgm:cxn modelId="{9FBB64EF-7D37-4F77-B244-0E4C531946C7}" type="presParOf" srcId="{E9B71542-9D42-48B6-8CDB-9D6E9DF42FDA}" destId="{2E68C25D-C4A6-467C-8123-EA3BA5FB5824}" srcOrd="3" destOrd="0" presId="urn:microsoft.com/office/officeart/2005/8/layout/default"/>
    <dgm:cxn modelId="{1BB8318C-8A7A-49E2-B503-73D8E6E38B3A}" type="presParOf" srcId="{E9B71542-9D42-48B6-8CDB-9D6E9DF42FDA}" destId="{B147BF0A-3DDE-4D5E-B8DC-BE7F80DB8F81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02E4EB5-040D-4DCF-8B5F-738F566C5857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s-CL"/>
        </a:p>
      </dgm:t>
    </dgm:pt>
    <dgm:pt modelId="{E1F4A9CC-D7AD-4F5D-A68D-6986DBCC8259}">
      <dgm:prSet phldrT="[Texto]" phldr="0"/>
      <dgm:spPr/>
      <dgm:t>
        <a:bodyPr/>
        <a:lstStyle/>
        <a:p>
          <a:r>
            <a:rPr lang="es-CL" noProof="0" dirty="0"/>
            <a:t>Presupuesto total</a:t>
          </a:r>
        </a:p>
      </dgm:t>
    </dgm:pt>
    <dgm:pt modelId="{6D8438A4-CD58-40D6-83BD-CD30B7E7258A}" type="parTrans" cxnId="{9A8DA681-EDC6-41A9-8877-D77955BF64E9}">
      <dgm:prSet/>
      <dgm:spPr/>
      <dgm:t>
        <a:bodyPr/>
        <a:lstStyle/>
        <a:p>
          <a:endParaRPr lang="es-CL"/>
        </a:p>
      </dgm:t>
    </dgm:pt>
    <dgm:pt modelId="{21C94094-1181-4CEC-AC4D-4F2D6A86DD58}" type="sibTrans" cxnId="{9A8DA681-EDC6-41A9-8877-D77955BF64E9}">
      <dgm:prSet/>
      <dgm:spPr/>
      <dgm:t>
        <a:bodyPr/>
        <a:lstStyle/>
        <a:p>
          <a:endParaRPr lang="es-CL"/>
        </a:p>
      </dgm:t>
    </dgm:pt>
    <dgm:pt modelId="{24419CC1-76B1-426B-8028-5C07DAC2D923}">
      <dgm:prSet phldrT="[Texto]" phldr="0"/>
      <dgm:spPr/>
      <dgm:t>
        <a:bodyPr/>
        <a:lstStyle/>
        <a:p>
          <a:r>
            <a:rPr lang="es-CL" noProof="0" dirty="0"/>
            <a:t>Órdenes de Compra</a:t>
          </a:r>
        </a:p>
      </dgm:t>
    </dgm:pt>
    <dgm:pt modelId="{4D9055B6-6DAC-4065-898D-6236D559026B}" type="parTrans" cxnId="{3E943095-2659-41F8-BF3F-215925AB8B23}">
      <dgm:prSet/>
      <dgm:spPr/>
      <dgm:t>
        <a:bodyPr/>
        <a:lstStyle/>
        <a:p>
          <a:endParaRPr lang="es-CL"/>
        </a:p>
      </dgm:t>
    </dgm:pt>
    <dgm:pt modelId="{92B3C441-A364-494D-8074-7A4301664865}" type="sibTrans" cxnId="{3E943095-2659-41F8-BF3F-215925AB8B23}">
      <dgm:prSet/>
      <dgm:spPr/>
      <dgm:t>
        <a:bodyPr/>
        <a:lstStyle/>
        <a:p>
          <a:endParaRPr lang="es-CL"/>
        </a:p>
      </dgm:t>
    </dgm:pt>
    <dgm:pt modelId="{87AA32C7-0FD9-4A38-8902-1654CB479E2D}">
      <dgm:prSet phldrT="[Texto]" phldr="0"/>
      <dgm:spPr/>
      <dgm:t>
        <a:bodyPr/>
        <a:lstStyle/>
        <a:p>
          <a:r>
            <a:rPr lang="es-CL" noProof="0" dirty="0"/>
            <a:t>Presupuesto Comprometido</a:t>
          </a:r>
        </a:p>
      </dgm:t>
    </dgm:pt>
    <dgm:pt modelId="{D0C4F653-85F2-45C3-93EF-F7F45F24CD09}" type="parTrans" cxnId="{A53151BD-AE4E-4B6C-8159-CDF65F48DA23}">
      <dgm:prSet/>
      <dgm:spPr/>
      <dgm:t>
        <a:bodyPr/>
        <a:lstStyle/>
        <a:p>
          <a:endParaRPr lang="es-CL"/>
        </a:p>
      </dgm:t>
    </dgm:pt>
    <dgm:pt modelId="{B1A3A013-22CC-4B82-A1A1-57CC2708DF07}" type="sibTrans" cxnId="{A53151BD-AE4E-4B6C-8159-CDF65F48DA23}">
      <dgm:prSet/>
      <dgm:spPr/>
      <dgm:t>
        <a:bodyPr/>
        <a:lstStyle/>
        <a:p>
          <a:endParaRPr lang="es-CL"/>
        </a:p>
      </dgm:t>
    </dgm:pt>
    <dgm:pt modelId="{E9B71542-9D42-48B6-8CDB-9D6E9DF42FDA}" type="pres">
      <dgm:prSet presAssocID="{C02E4EB5-040D-4DCF-8B5F-738F566C5857}" presName="diagram" presStyleCnt="0">
        <dgm:presLayoutVars>
          <dgm:dir/>
          <dgm:resizeHandles val="exact"/>
        </dgm:presLayoutVars>
      </dgm:prSet>
      <dgm:spPr/>
    </dgm:pt>
    <dgm:pt modelId="{492D206B-6D0D-425A-9997-4BD944470DB6}" type="pres">
      <dgm:prSet presAssocID="{E1F4A9CC-D7AD-4F5D-A68D-6986DBCC8259}" presName="node" presStyleLbl="node1" presStyleIdx="0" presStyleCnt="3">
        <dgm:presLayoutVars>
          <dgm:bulletEnabled val="1"/>
        </dgm:presLayoutVars>
      </dgm:prSet>
      <dgm:spPr/>
    </dgm:pt>
    <dgm:pt modelId="{6812C935-EEF1-4668-95B0-30843D043303}" type="pres">
      <dgm:prSet presAssocID="{21C94094-1181-4CEC-AC4D-4F2D6A86DD58}" presName="sibTrans" presStyleCnt="0"/>
      <dgm:spPr/>
    </dgm:pt>
    <dgm:pt modelId="{D482CEC4-5182-4BEE-B453-D86CDBFBC18D}" type="pres">
      <dgm:prSet presAssocID="{24419CC1-76B1-426B-8028-5C07DAC2D923}" presName="node" presStyleLbl="node1" presStyleIdx="1" presStyleCnt="3">
        <dgm:presLayoutVars>
          <dgm:bulletEnabled val="1"/>
        </dgm:presLayoutVars>
      </dgm:prSet>
      <dgm:spPr/>
    </dgm:pt>
    <dgm:pt modelId="{2E68C25D-C4A6-467C-8123-EA3BA5FB5824}" type="pres">
      <dgm:prSet presAssocID="{92B3C441-A364-494D-8074-7A4301664865}" presName="sibTrans" presStyleCnt="0"/>
      <dgm:spPr/>
    </dgm:pt>
    <dgm:pt modelId="{B147BF0A-3DDE-4D5E-B8DC-BE7F80DB8F81}" type="pres">
      <dgm:prSet presAssocID="{87AA32C7-0FD9-4A38-8902-1654CB479E2D}" presName="node" presStyleLbl="node1" presStyleIdx="2" presStyleCnt="3">
        <dgm:presLayoutVars>
          <dgm:bulletEnabled val="1"/>
        </dgm:presLayoutVars>
      </dgm:prSet>
      <dgm:spPr/>
    </dgm:pt>
  </dgm:ptLst>
  <dgm:cxnLst>
    <dgm:cxn modelId="{7BB47C00-DC4D-44CD-8780-5C284E8C610D}" type="presOf" srcId="{87AA32C7-0FD9-4A38-8902-1654CB479E2D}" destId="{B147BF0A-3DDE-4D5E-B8DC-BE7F80DB8F81}" srcOrd="0" destOrd="0" presId="urn:microsoft.com/office/officeart/2005/8/layout/default"/>
    <dgm:cxn modelId="{B3DC3A51-61D5-4D9E-83FE-31F1F4A34C45}" type="presOf" srcId="{24419CC1-76B1-426B-8028-5C07DAC2D923}" destId="{D482CEC4-5182-4BEE-B453-D86CDBFBC18D}" srcOrd="0" destOrd="0" presId="urn:microsoft.com/office/officeart/2005/8/layout/default"/>
    <dgm:cxn modelId="{9A8DA681-EDC6-41A9-8877-D77955BF64E9}" srcId="{C02E4EB5-040D-4DCF-8B5F-738F566C5857}" destId="{E1F4A9CC-D7AD-4F5D-A68D-6986DBCC8259}" srcOrd="0" destOrd="0" parTransId="{6D8438A4-CD58-40D6-83BD-CD30B7E7258A}" sibTransId="{21C94094-1181-4CEC-AC4D-4F2D6A86DD58}"/>
    <dgm:cxn modelId="{D602BC88-F717-4353-8146-F080A8C6E765}" type="presOf" srcId="{E1F4A9CC-D7AD-4F5D-A68D-6986DBCC8259}" destId="{492D206B-6D0D-425A-9997-4BD944470DB6}" srcOrd="0" destOrd="0" presId="urn:microsoft.com/office/officeart/2005/8/layout/default"/>
    <dgm:cxn modelId="{35682A8B-D736-424C-B974-D38C44BB0CAF}" type="presOf" srcId="{C02E4EB5-040D-4DCF-8B5F-738F566C5857}" destId="{E9B71542-9D42-48B6-8CDB-9D6E9DF42FDA}" srcOrd="0" destOrd="0" presId="urn:microsoft.com/office/officeart/2005/8/layout/default"/>
    <dgm:cxn modelId="{3E943095-2659-41F8-BF3F-215925AB8B23}" srcId="{C02E4EB5-040D-4DCF-8B5F-738F566C5857}" destId="{24419CC1-76B1-426B-8028-5C07DAC2D923}" srcOrd="1" destOrd="0" parTransId="{4D9055B6-6DAC-4065-898D-6236D559026B}" sibTransId="{92B3C441-A364-494D-8074-7A4301664865}"/>
    <dgm:cxn modelId="{A53151BD-AE4E-4B6C-8159-CDF65F48DA23}" srcId="{C02E4EB5-040D-4DCF-8B5F-738F566C5857}" destId="{87AA32C7-0FD9-4A38-8902-1654CB479E2D}" srcOrd="2" destOrd="0" parTransId="{D0C4F653-85F2-45C3-93EF-F7F45F24CD09}" sibTransId="{B1A3A013-22CC-4B82-A1A1-57CC2708DF07}"/>
    <dgm:cxn modelId="{08ABA4AA-D393-4EDB-9A4F-BBFA1A0A0478}" type="presParOf" srcId="{E9B71542-9D42-48B6-8CDB-9D6E9DF42FDA}" destId="{492D206B-6D0D-425A-9997-4BD944470DB6}" srcOrd="0" destOrd="0" presId="urn:microsoft.com/office/officeart/2005/8/layout/default"/>
    <dgm:cxn modelId="{684F01C9-6BAD-47F4-BD88-CE8938FD91C8}" type="presParOf" srcId="{E9B71542-9D42-48B6-8CDB-9D6E9DF42FDA}" destId="{6812C935-EEF1-4668-95B0-30843D043303}" srcOrd="1" destOrd="0" presId="urn:microsoft.com/office/officeart/2005/8/layout/default"/>
    <dgm:cxn modelId="{728416AF-069C-4F36-A2D1-89A603D1F7A8}" type="presParOf" srcId="{E9B71542-9D42-48B6-8CDB-9D6E9DF42FDA}" destId="{D482CEC4-5182-4BEE-B453-D86CDBFBC18D}" srcOrd="2" destOrd="0" presId="urn:microsoft.com/office/officeart/2005/8/layout/default"/>
    <dgm:cxn modelId="{9FBB64EF-7D37-4F77-B244-0E4C531946C7}" type="presParOf" srcId="{E9B71542-9D42-48B6-8CDB-9D6E9DF42FDA}" destId="{2E68C25D-C4A6-467C-8123-EA3BA5FB5824}" srcOrd="3" destOrd="0" presId="urn:microsoft.com/office/officeart/2005/8/layout/default"/>
    <dgm:cxn modelId="{1BB8318C-8A7A-49E2-B503-73D8E6E38B3A}" type="presParOf" srcId="{E9B71542-9D42-48B6-8CDB-9D6E9DF42FDA}" destId="{B147BF0A-3DDE-4D5E-B8DC-BE7F80DB8F81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844E72-7E0D-478C-A85A-460CA7B8ED4A}">
      <dsp:nvSpPr>
        <dsp:cNvPr id="0" name=""/>
        <dsp:cNvSpPr/>
      </dsp:nvSpPr>
      <dsp:spPr>
        <a:xfrm>
          <a:off x="0" y="286151"/>
          <a:ext cx="2495550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B6DF41-4D0D-4391-A251-CA26E840A168}">
      <dsp:nvSpPr>
        <dsp:cNvPr id="0" name=""/>
        <dsp:cNvSpPr/>
      </dsp:nvSpPr>
      <dsp:spPr>
        <a:xfrm>
          <a:off x="124777" y="138551"/>
          <a:ext cx="1746885" cy="295200"/>
        </a:xfrm>
        <a:prstGeom prst="round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28" tIns="0" rIns="66028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noProof="0" dirty="0"/>
            <a:t>Título y descripción </a:t>
          </a:r>
        </a:p>
      </dsp:txBody>
      <dsp:txXfrm>
        <a:off x="139187" y="152961"/>
        <a:ext cx="1718065" cy="266380"/>
      </dsp:txXfrm>
    </dsp:sp>
    <dsp:sp modelId="{B3238678-CE0C-4509-B22A-0581CE43B8FC}">
      <dsp:nvSpPr>
        <dsp:cNvPr id="0" name=""/>
        <dsp:cNvSpPr/>
      </dsp:nvSpPr>
      <dsp:spPr>
        <a:xfrm>
          <a:off x="0" y="739751"/>
          <a:ext cx="2495550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136400"/>
              <a:satOff val="-14223"/>
              <a:lumOff val="955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09B40D-A159-4825-A760-FD46144DB680}">
      <dsp:nvSpPr>
        <dsp:cNvPr id="0" name=""/>
        <dsp:cNvSpPr/>
      </dsp:nvSpPr>
      <dsp:spPr>
        <a:xfrm>
          <a:off x="124777" y="592151"/>
          <a:ext cx="1746885" cy="295200"/>
        </a:xfrm>
        <a:prstGeom prst="roundRect">
          <a:avLst/>
        </a:prstGeom>
        <a:solidFill>
          <a:schemeClr val="accent1">
            <a:shade val="80000"/>
            <a:hueOff val="136400"/>
            <a:satOff val="-14223"/>
            <a:lumOff val="955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28" tIns="0" rIns="66028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noProof="0" dirty="0"/>
            <a:t>Impacto financiero</a:t>
          </a:r>
        </a:p>
      </dsp:txBody>
      <dsp:txXfrm>
        <a:off x="139187" y="606561"/>
        <a:ext cx="1718065" cy="266380"/>
      </dsp:txXfrm>
    </dsp:sp>
    <dsp:sp modelId="{0A80F44A-83D3-40A8-B719-25D8D32087D7}">
      <dsp:nvSpPr>
        <dsp:cNvPr id="0" name=""/>
        <dsp:cNvSpPr/>
      </dsp:nvSpPr>
      <dsp:spPr>
        <a:xfrm>
          <a:off x="0" y="1193351"/>
          <a:ext cx="2495550" cy="25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272799"/>
              <a:satOff val="-28446"/>
              <a:lumOff val="1911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3986BF-5BB8-4F4A-9559-E245D275B48F}">
      <dsp:nvSpPr>
        <dsp:cNvPr id="0" name=""/>
        <dsp:cNvSpPr/>
      </dsp:nvSpPr>
      <dsp:spPr>
        <a:xfrm>
          <a:off x="124777" y="1045751"/>
          <a:ext cx="1746885" cy="295200"/>
        </a:xfrm>
        <a:prstGeom prst="roundRect">
          <a:avLst/>
        </a:prstGeom>
        <a:solidFill>
          <a:schemeClr val="accent1">
            <a:shade val="80000"/>
            <a:hueOff val="272799"/>
            <a:satOff val="-28446"/>
            <a:lumOff val="1911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28" tIns="0" rIns="66028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noProof="0" dirty="0"/>
            <a:t>Selección del proyecto</a:t>
          </a:r>
        </a:p>
      </dsp:txBody>
      <dsp:txXfrm>
        <a:off x="139187" y="1060161"/>
        <a:ext cx="1718065" cy="266380"/>
      </dsp:txXfrm>
    </dsp:sp>
    <dsp:sp modelId="{08F21DA1-D05E-4006-A686-34EB8C3FF1CB}">
      <dsp:nvSpPr>
        <dsp:cNvPr id="0" name=""/>
        <dsp:cNvSpPr/>
      </dsp:nvSpPr>
      <dsp:spPr>
        <a:xfrm>
          <a:off x="0" y="1646952"/>
          <a:ext cx="2495550" cy="582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409199"/>
              <a:satOff val="-42669"/>
              <a:lumOff val="2866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682" tIns="208280" rIns="193682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000" kern="1200" noProof="0" dirty="0"/>
            <a:t>Líder Funcional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000" kern="1200" noProof="0" dirty="0"/>
            <a:t>Líder TI</a:t>
          </a:r>
        </a:p>
      </dsp:txBody>
      <dsp:txXfrm>
        <a:off x="0" y="1646952"/>
        <a:ext cx="2495550" cy="582750"/>
      </dsp:txXfrm>
    </dsp:sp>
    <dsp:sp modelId="{47C0CFDE-8E58-485C-8DF3-9A4DB8BBEAA4}">
      <dsp:nvSpPr>
        <dsp:cNvPr id="0" name=""/>
        <dsp:cNvSpPr/>
      </dsp:nvSpPr>
      <dsp:spPr>
        <a:xfrm>
          <a:off x="124777" y="1499351"/>
          <a:ext cx="1746885" cy="295200"/>
        </a:xfrm>
        <a:prstGeom prst="roundRect">
          <a:avLst/>
        </a:prstGeom>
        <a:solidFill>
          <a:schemeClr val="accent1">
            <a:shade val="80000"/>
            <a:hueOff val="409199"/>
            <a:satOff val="-42669"/>
            <a:lumOff val="2866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28" tIns="0" rIns="66028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noProof="0" dirty="0"/>
            <a:t>Líder del proyecto </a:t>
          </a:r>
        </a:p>
      </dsp:txBody>
      <dsp:txXfrm>
        <a:off x="139187" y="1513761"/>
        <a:ext cx="1718065" cy="266380"/>
      </dsp:txXfrm>
    </dsp:sp>
    <dsp:sp modelId="{EA520276-851C-431E-93DD-145EF6D4762B}">
      <dsp:nvSpPr>
        <dsp:cNvPr id="0" name=""/>
        <dsp:cNvSpPr/>
      </dsp:nvSpPr>
      <dsp:spPr>
        <a:xfrm>
          <a:off x="0" y="2431302"/>
          <a:ext cx="2495550" cy="582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545598"/>
              <a:satOff val="-56892"/>
              <a:lumOff val="382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682" tIns="208280" rIns="193682" bIns="7112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000" kern="1200" noProof="0" dirty="0"/>
            <a:t>Módulo 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000" kern="1200" noProof="0" dirty="0"/>
            <a:t>Área</a:t>
          </a:r>
        </a:p>
      </dsp:txBody>
      <dsp:txXfrm>
        <a:off x="0" y="2431302"/>
        <a:ext cx="2495550" cy="582750"/>
      </dsp:txXfrm>
    </dsp:sp>
    <dsp:sp modelId="{3626EFD9-AEB1-4902-87C9-8655E74E6288}">
      <dsp:nvSpPr>
        <dsp:cNvPr id="0" name=""/>
        <dsp:cNvSpPr/>
      </dsp:nvSpPr>
      <dsp:spPr>
        <a:xfrm>
          <a:off x="124777" y="2283702"/>
          <a:ext cx="1746885" cy="295200"/>
        </a:xfrm>
        <a:prstGeom prst="roundRect">
          <a:avLst/>
        </a:prstGeom>
        <a:solidFill>
          <a:schemeClr val="accent1">
            <a:shade val="80000"/>
            <a:hueOff val="545598"/>
            <a:satOff val="-56892"/>
            <a:lumOff val="382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028" tIns="0" rIns="66028" bIns="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noProof="0" dirty="0"/>
            <a:t>Sistema</a:t>
          </a:r>
        </a:p>
      </dsp:txBody>
      <dsp:txXfrm>
        <a:off x="139187" y="2298112"/>
        <a:ext cx="1718065" cy="2663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73C5B2-EEB3-41F4-B846-316B982B3C84}">
      <dsp:nvSpPr>
        <dsp:cNvPr id="0" name=""/>
        <dsp:cNvSpPr/>
      </dsp:nvSpPr>
      <dsp:spPr>
        <a:xfrm>
          <a:off x="0" y="2188"/>
          <a:ext cx="2809875" cy="40522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kern="1200" noProof="0" dirty="0"/>
            <a:t>Título de proyecto</a:t>
          </a:r>
        </a:p>
      </dsp:txBody>
      <dsp:txXfrm>
        <a:off x="19781" y="21969"/>
        <a:ext cx="2770313" cy="365660"/>
      </dsp:txXfrm>
    </dsp:sp>
    <dsp:sp modelId="{04630BE0-9E5D-4C52-B7AB-CDF474C8F1BF}">
      <dsp:nvSpPr>
        <dsp:cNvPr id="0" name=""/>
        <dsp:cNvSpPr/>
      </dsp:nvSpPr>
      <dsp:spPr>
        <a:xfrm>
          <a:off x="0" y="419687"/>
          <a:ext cx="2809875" cy="40522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kern="1200" noProof="0" dirty="0"/>
            <a:t>Descripción de proyecto</a:t>
          </a:r>
        </a:p>
      </dsp:txBody>
      <dsp:txXfrm>
        <a:off x="19781" y="439468"/>
        <a:ext cx="2770313" cy="365660"/>
      </dsp:txXfrm>
    </dsp:sp>
    <dsp:sp modelId="{40060267-E7D1-4B92-8CDC-8AEBC47022D1}">
      <dsp:nvSpPr>
        <dsp:cNvPr id="0" name=""/>
        <dsp:cNvSpPr/>
      </dsp:nvSpPr>
      <dsp:spPr>
        <a:xfrm>
          <a:off x="0" y="837186"/>
          <a:ext cx="2809875" cy="40522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kern="1200" noProof="0" dirty="0"/>
            <a:t>Sistema</a:t>
          </a:r>
        </a:p>
      </dsp:txBody>
      <dsp:txXfrm>
        <a:off x="19781" y="856967"/>
        <a:ext cx="2770313" cy="365660"/>
      </dsp:txXfrm>
    </dsp:sp>
    <dsp:sp modelId="{CD6FAB9A-741D-4D44-89BF-C831A4CB37CD}">
      <dsp:nvSpPr>
        <dsp:cNvPr id="0" name=""/>
        <dsp:cNvSpPr/>
      </dsp:nvSpPr>
      <dsp:spPr>
        <a:xfrm>
          <a:off x="0" y="1254685"/>
          <a:ext cx="2809875" cy="40522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kern="1200" noProof="0" dirty="0"/>
            <a:t>Numeración de CER</a:t>
          </a:r>
        </a:p>
      </dsp:txBody>
      <dsp:txXfrm>
        <a:off x="19781" y="1274466"/>
        <a:ext cx="2770313" cy="365660"/>
      </dsp:txXfrm>
    </dsp:sp>
    <dsp:sp modelId="{6411FB2B-55F8-4D45-9D9E-C926D333183B}">
      <dsp:nvSpPr>
        <dsp:cNvPr id="0" name=""/>
        <dsp:cNvSpPr/>
      </dsp:nvSpPr>
      <dsp:spPr>
        <a:xfrm>
          <a:off x="0" y="1672184"/>
          <a:ext cx="2809875" cy="40522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kern="1200" noProof="0" dirty="0"/>
            <a:t>Fecha estimada finalización</a:t>
          </a:r>
        </a:p>
      </dsp:txBody>
      <dsp:txXfrm>
        <a:off x="19781" y="1691965"/>
        <a:ext cx="2770313" cy="365660"/>
      </dsp:txXfrm>
    </dsp:sp>
    <dsp:sp modelId="{8B479652-C90E-4737-ADBF-8AB207047D42}">
      <dsp:nvSpPr>
        <dsp:cNvPr id="0" name=""/>
        <dsp:cNvSpPr/>
      </dsp:nvSpPr>
      <dsp:spPr>
        <a:xfrm>
          <a:off x="0" y="2089683"/>
          <a:ext cx="2809875" cy="40522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kern="1200" noProof="0" dirty="0"/>
            <a:t>Responsable </a:t>
          </a:r>
        </a:p>
      </dsp:txBody>
      <dsp:txXfrm>
        <a:off x="19781" y="2109464"/>
        <a:ext cx="2770313" cy="365660"/>
      </dsp:txXfrm>
    </dsp:sp>
    <dsp:sp modelId="{F20D07FB-0436-4AC8-AED6-E71C11D9AF4B}">
      <dsp:nvSpPr>
        <dsp:cNvPr id="0" name=""/>
        <dsp:cNvSpPr/>
      </dsp:nvSpPr>
      <dsp:spPr>
        <a:xfrm>
          <a:off x="0" y="2507182"/>
          <a:ext cx="2809875" cy="40522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kern="1200" noProof="0" dirty="0"/>
            <a:t>Proveedor </a:t>
          </a:r>
        </a:p>
      </dsp:txBody>
      <dsp:txXfrm>
        <a:off x="19781" y="2526963"/>
        <a:ext cx="2770313" cy="365660"/>
      </dsp:txXfrm>
    </dsp:sp>
    <dsp:sp modelId="{1FEDDCA9-0BA1-455F-B478-9C0F74CFF2E7}">
      <dsp:nvSpPr>
        <dsp:cNvPr id="0" name=""/>
        <dsp:cNvSpPr/>
      </dsp:nvSpPr>
      <dsp:spPr>
        <a:xfrm>
          <a:off x="0" y="2924681"/>
          <a:ext cx="2809875" cy="40522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kern="1200" noProof="0" dirty="0"/>
            <a:t>Presupuesto total</a:t>
          </a:r>
        </a:p>
      </dsp:txBody>
      <dsp:txXfrm>
        <a:off x="19781" y="2944462"/>
        <a:ext cx="2770313" cy="365660"/>
      </dsp:txXfrm>
    </dsp:sp>
    <dsp:sp modelId="{B2B2275C-9760-4DCA-9CF7-E16C46117223}">
      <dsp:nvSpPr>
        <dsp:cNvPr id="0" name=""/>
        <dsp:cNvSpPr/>
      </dsp:nvSpPr>
      <dsp:spPr>
        <a:xfrm>
          <a:off x="0" y="3342180"/>
          <a:ext cx="2809875" cy="40522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kern="1200" noProof="0" dirty="0"/>
            <a:t>Presupuesto disponible </a:t>
          </a:r>
        </a:p>
      </dsp:txBody>
      <dsp:txXfrm>
        <a:off x="19781" y="3361961"/>
        <a:ext cx="2770313" cy="365660"/>
      </dsp:txXfrm>
    </dsp:sp>
    <dsp:sp modelId="{A5346575-2B62-4C4E-A808-873A4F6B1C20}">
      <dsp:nvSpPr>
        <dsp:cNvPr id="0" name=""/>
        <dsp:cNvSpPr/>
      </dsp:nvSpPr>
      <dsp:spPr>
        <a:xfrm>
          <a:off x="0" y="3759679"/>
          <a:ext cx="2809875" cy="40522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kern="1200" noProof="0" dirty="0"/>
            <a:t>Estado</a:t>
          </a:r>
        </a:p>
      </dsp:txBody>
      <dsp:txXfrm>
        <a:off x="19781" y="3779460"/>
        <a:ext cx="2770313" cy="365660"/>
      </dsp:txXfrm>
    </dsp:sp>
    <dsp:sp modelId="{F5A323B1-5D06-496F-BAB6-59422E5699CC}">
      <dsp:nvSpPr>
        <dsp:cNvPr id="0" name=""/>
        <dsp:cNvSpPr/>
      </dsp:nvSpPr>
      <dsp:spPr>
        <a:xfrm>
          <a:off x="0" y="4177178"/>
          <a:ext cx="2809875" cy="405222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kern="1200" noProof="0" dirty="0"/>
            <a:t>¿Es mejora continua o funcionalidad nueva?</a:t>
          </a:r>
        </a:p>
      </dsp:txBody>
      <dsp:txXfrm>
        <a:off x="19781" y="4196959"/>
        <a:ext cx="2770313" cy="3656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2D206B-6D0D-425A-9997-4BD944470DB6}">
      <dsp:nvSpPr>
        <dsp:cNvPr id="0" name=""/>
        <dsp:cNvSpPr/>
      </dsp:nvSpPr>
      <dsp:spPr>
        <a:xfrm>
          <a:off x="689067" y="182"/>
          <a:ext cx="993761" cy="5962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kern="1200" noProof="0" dirty="0"/>
            <a:t>Presupuesto total</a:t>
          </a:r>
        </a:p>
      </dsp:txBody>
      <dsp:txXfrm>
        <a:off x="689067" y="182"/>
        <a:ext cx="993761" cy="596256"/>
      </dsp:txXfrm>
    </dsp:sp>
    <dsp:sp modelId="{D482CEC4-5182-4BEE-B453-D86CDBFBC18D}">
      <dsp:nvSpPr>
        <dsp:cNvPr id="0" name=""/>
        <dsp:cNvSpPr/>
      </dsp:nvSpPr>
      <dsp:spPr>
        <a:xfrm>
          <a:off x="1782204" y="182"/>
          <a:ext cx="993761" cy="596256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kern="1200" noProof="0" dirty="0"/>
            <a:t>Facturas</a:t>
          </a:r>
        </a:p>
      </dsp:txBody>
      <dsp:txXfrm>
        <a:off x="1782204" y="182"/>
        <a:ext cx="993761" cy="596256"/>
      </dsp:txXfrm>
    </dsp:sp>
    <dsp:sp modelId="{B147BF0A-3DDE-4D5E-B8DC-BE7F80DB8F81}">
      <dsp:nvSpPr>
        <dsp:cNvPr id="0" name=""/>
        <dsp:cNvSpPr/>
      </dsp:nvSpPr>
      <dsp:spPr>
        <a:xfrm>
          <a:off x="2875342" y="182"/>
          <a:ext cx="993761" cy="596256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kern="1200" noProof="0" dirty="0"/>
            <a:t>Presupuesto Disponible (Real)</a:t>
          </a:r>
        </a:p>
      </dsp:txBody>
      <dsp:txXfrm>
        <a:off x="2875342" y="182"/>
        <a:ext cx="993761" cy="5962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2D206B-6D0D-425A-9997-4BD944470DB6}">
      <dsp:nvSpPr>
        <dsp:cNvPr id="0" name=""/>
        <dsp:cNvSpPr/>
      </dsp:nvSpPr>
      <dsp:spPr>
        <a:xfrm>
          <a:off x="689067" y="182"/>
          <a:ext cx="993761" cy="59625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noProof="0" dirty="0"/>
            <a:t>Presupuesto total</a:t>
          </a:r>
        </a:p>
      </dsp:txBody>
      <dsp:txXfrm>
        <a:off x="689067" y="182"/>
        <a:ext cx="993761" cy="596256"/>
      </dsp:txXfrm>
    </dsp:sp>
    <dsp:sp modelId="{D482CEC4-5182-4BEE-B453-D86CDBFBC18D}">
      <dsp:nvSpPr>
        <dsp:cNvPr id="0" name=""/>
        <dsp:cNvSpPr/>
      </dsp:nvSpPr>
      <dsp:spPr>
        <a:xfrm>
          <a:off x="1782204" y="182"/>
          <a:ext cx="993761" cy="596256"/>
        </a:xfrm>
        <a:prstGeom prst="rect">
          <a:avLst/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noProof="0" dirty="0"/>
            <a:t>Órdenes de Compra</a:t>
          </a:r>
        </a:p>
      </dsp:txBody>
      <dsp:txXfrm>
        <a:off x="1782204" y="182"/>
        <a:ext cx="993761" cy="596256"/>
      </dsp:txXfrm>
    </dsp:sp>
    <dsp:sp modelId="{B147BF0A-3DDE-4D5E-B8DC-BE7F80DB8F81}">
      <dsp:nvSpPr>
        <dsp:cNvPr id="0" name=""/>
        <dsp:cNvSpPr/>
      </dsp:nvSpPr>
      <dsp:spPr>
        <a:xfrm>
          <a:off x="2875342" y="182"/>
          <a:ext cx="993761" cy="596256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noProof="0" dirty="0"/>
            <a:t>Presupuesto Comprometido</a:t>
          </a:r>
        </a:p>
      </dsp:txBody>
      <dsp:txXfrm>
        <a:off x="2875342" y="182"/>
        <a:ext cx="993761" cy="5962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D961A6-663E-7493-2693-9CAAABDBB1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5B9F9C-0FBE-3FD9-4BC6-6A6A28E8F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2B5F57-EF7C-9381-8D89-2BE33254A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36FC-FC57-4D2E-BD83-080F54870E2D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67E96C-F6FF-3848-1034-76175BF9F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AB37B72-7DE5-8827-4619-5ECAEC7CE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922A7-E6A4-464D-98BB-5B184E90D8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5353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DD31E-F4EA-5C6F-9534-8507372A2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1DFEF9-E4D3-0206-2602-DA4D2CF05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5D14FD-811A-DE92-C78D-D12BF2942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36FC-FC57-4D2E-BD83-080F54870E2D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A09E700-9458-387D-18D8-1C98A494F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90D47A6-5445-5561-C9CC-3488A31B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922A7-E6A4-464D-98BB-5B184E90D8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87589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096802-DCD1-6F96-23D4-581A8D5DB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9739D6-EC74-27E1-CD49-7DE18CB124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08A3A4-154E-95DF-25D7-2D9B2B961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36FC-FC57-4D2E-BD83-080F54870E2D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661F77E-4607-C193-A9D6-A12F9D08F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097D0B-3616-F2A4-10CC-2C99B584F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922A7-E6A4-464D-98BB-5B184E90D8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04620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B05364-5940-443B-7729-462602613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971F20-B41B-E14D-7A9E-CF3C27AF4B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7ECCCC-E2C6-BF78-7F2D-211CCDBAF3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C2F96E-3012-CA33-C5DD-A0D73F1F0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36FC-FC57-4D2E-BD83-080F54870E2D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3AF4DC-C4F9-FD17-B70C-B78E3C489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A6D4829-AE40-8B9A-B368-A348BF6F3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922A7-E6A4-464D-98BB-5B184E90D8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98866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BA7C5A-75A4-6544-0A4C-624C814DC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0AC2E7-5D79-A6F1-890E-72217C622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B53528C-2714-6FAC-5573-F60DA1BD9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C45DE53-6A29-B293-332A-572C0F7D71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B3F97AC-4CAF-0089-6A8F-5C7F278BC3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B3DFC1A-6182-16A4-F09E-0DE0BD30C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36FC-FC57-4D2E-BD83-080F54870E2D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6D1ACFF-0737-E25A-2B84-741627C28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21F54C6-A08A-7C48-1576-A9B2F2E2A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922A7-E6A4-464D-98BB-5B184E90D8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28402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DA79B-CE18-B9CA-C873-2A556933E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3138002-780B-B4DF-35F6-26C3CD004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36FC-FC57-4D2E-BD83-080F54870E2D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A3C985D-D722-39FA-591B-0D750B164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3AB8928-1D7A-2257-83EF-DD2B100DB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922A7-E6A4-464D-98BB-5B184E90D8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80533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AFE8DF-94F7-E47D-01EB-EBB8DEB5F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36FC-FC57-4D2E-BD83-080F54870E2D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D3A114C-BEC9-9EE2-ED9F-2267E8829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31CE0B-4058-F332-D3D7-4FCC464F2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922A7-E6A4-464D-98BB-5B184E90D8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7757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76F12-D07C-478F-491C-DC6BA63E0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CE1323-6523-09A1-97BB-04E2CADAE7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346276-637D-3F98-E12D-4D6552948C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444F27-1E07-9A5E-5809-23A508BEE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36FC-FC57-4D2E-BD83-080F54870E2D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27794A-F132-74DF-9B25-807954D46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9D2EE1-21F0-293A-8014-65C0E9F5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922A7-E6A4-464D-98BB-5B184E90D8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1269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DE2BC-6D87-7719-DC31-769DF3206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F3B7529-AFE2-04A3-CCA2-C9FBEF4560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64AAE04-5F34-A46E-ED94-B94882052D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525601-0C10-F0D3-5842-ACCA7050D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36FC-FC57-4D2E-BD83-080F54870E2D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D74D4B5-C20E-C904-E4C6-FBDE90EBB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C8D9EE9-C4A9-F5FB-205E-09D0CD112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922A7-E6A4-464D-98BB-5B184E90D8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28412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B4B2ED-E217-2364-6640-DB460CF8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BB952F9-EE07-305A-C0A4-92C2BAC276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77F65F-F23F-B92F-53CC-814141C08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36FC-FC57-4D2E-BD83-080F54870E2D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12F5EC-9006-2C3E-5C23-9F1FDDC0B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D7B754-E08D-A854-23CC-FD4B6902B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922A7-E6A4-464D-98BB-5B184E90D8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65970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EAEB7C-6D4B-0357-D84E-FDE294B025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E0DEF79-8017-8214-10E9-E549BED41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B7C0EB-4353-012B-4C61-365D0C859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536FC-FC57-4D2E-BD83-080F54870E2D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6CEBB7-76CD-76EB-55F1-8D783494F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6BA4CC-D955-ACD0-64B5-759C81509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922A7-E6A4-464D-98BB-5B184E90D8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00972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13F7F23-C2C3-69CC-C71B-DC361BDD4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B028CBE-7FA4-E644-59DF-5E031B31F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F385388-AC71-A5A9-3653-E0CCFDD79B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536FC-FC57-4D2E-BD83-080F54870E2D}" type="datetimeFigureOut">
              <a:rPr lang="es-CL" smtClean="0"/>
              <a:t>10-08-2026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1BF5E1-25F9-EA1D-BF61-A09C12C8E3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697AE2-0B5F-B17F-CBFA-66F92CDC7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A922A7-E6A4-464D-98BB-5B184E90D88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8167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13" Type="http://schemas.openxmlformats.org/officeDocument/2006/relationships/diagramData" Target="../diagrams/data4.xml"/><Relationship Id="rId3" Type="http://schemas.openxmlformats.org/officeDocument/2006/relationships/diagramLayout" Target="../diagrams/layout2.xml"/><Relationship Id="rId7" Type="http://schemas.openxmlformats.org/officeDocument/2006/relationships/image" Target="../media/image4.png"/><Relationship Id="rId12" Type="http://schemas.microsoft.com/office/2007/relationships/diagramDrawing" Target="../diagrams/drawing3.xml"/><Relationship Id="rId17" Type="http://schemas.microsoft.com/office/2007/relationships/diagramDrawing" Target="../diagrams/drawing4.xml"/><Relationship Id="rId2" Type="http://schemas.openxmlformats.org/officeDocument/2006/relationships/diagramData" Target="../diagrams/data2.xml"/><Relationship Id="rId16" Type="http://schemas.openxmlformats.org/officeDocument/2006/relationships/diagramColors" Target="../diagrams/colors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11" Type="http://schemas.openxmlformats.org/officeDocument/2006/relationships/diagramColors" Target="../diagrams/colors3.xml"/><Relationship Id="rId5" Type="http://schemas.openxmlformats.org/officeDocument/2006/relationships/diagramColors" Target="../diagrams/colors2.xml"/><Relationship Id="rId15" Type="http://schemas.openxmlformats.org/officeDocument/2006/relationships/diagramQuickStyle" Target="../diagrams/quickStyle4.xml"/><Relationship Id="rId10" Type="http://schemas.openxmlformats.org/officeDocument/2006/relationships/diagramQuickStyle" Target="../diagrams/quickStyle3.xml"/><Relationship Id="rId4" Type="http://schemas.openxmlformats.org/officeDocument/2006/relationships/diagramQuickStyle" Target="../diagrams/quickStyle2.xml"/><Relationship Id="rId9" Type="http://schemas.openxmlformats.org/officeDocument/2006/relationships/diagramLayout" Target="../diagrams/layout3.xml"/><Relationship Id="rId1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12">
            <a:extLst>
              <a:ext uri="{FF2B5EF4-FFF2-40B4-BE49-F238E27FC236}">
                <a16:creationId xmlns:a16="http://schemas.microsoft.com/office/drawing/2014/main" id="{FB8AB843-2454-42BB-948A-4ADF7CE1DEC6}"/>
              </a:ext>
            </a:extLst>
          </p:cNvPr>
          <p:cNvSpPr txBox="1">
            <a:spLocks/>
          </p:cNvSpPr>
          <p:nvPr/>
        </p:nvSpPr>
        <p:spPr>
          <a:xfrm>
            <a:off x="1291942" y="2410580"/>
            <a:ext cx="9608116" cy="2036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CL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CL" sz="3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Propuesta plataforma de soporte </a:t>
            </a:r>
          </a:p>
          <a:p>
            <a:pPr algn="ctr"/>
            <a:r>
              <a:rPr lang="es-CL" sz="3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y </a:t>
            </a:r>
          </a:p>
          <a:p>
            <a:pPr algn="ctr"/>
            <a:r>
              <a:rPr lang="es-CL" sz="36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planificación de proyectos</a:t>
            </a:r>
          </a:p>
        </p:txBody>
      </p:sp>
    </p:spTree>
    <p:extLst>
      <p:ext uri="{BB962C8B-B14F-4D97-AF65-F5344CB8AC3E}">
        <p14:creationId xmlns:p14="http://schemas.microsoft.com/office/powerpoint/2010/main" val="3968892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7AC13-D908-969A-B011-00279875B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3C41F4A-4A45-B355-666C-24F776E84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058" y="626205"/>
            <a:ext cx="7075714" cy="375206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3FA6AC5-381E-FDB3-70B0-1202BBB812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600" y="3161884"/>
            <a:ext cx="79248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293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68E71-8FEE-5A55-0B68-9E55AB773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F3FC070-C4C5-BD9B-49BE-E786686EE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173066"/>
              </p:ext>
            </p:extLst>
          </p:nvPr>
        </p:nvGraphicFramePr>
        <p:xfrm>
          <a:off x="739139" y="1490980"/>
          <a:ext cx="10073640" cy="415670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14728">
                  <a:extLst>
                    <a:ext uri="{9D8B030D-6E8A-4147-A177-3AD203B41FA5}">
                      <a16:colId xmlns:a16="http://schemas.microsoft.com/office/drawing/2014/main" val="1327166755"/>
                    </a:ext>
                  </a:extLst>
                </a:gridCol>
                <a:gridCol w="2014728">
                  <a:extLst>
                    <a:ext uri="{9D8B030D-6E8A-4147-A177-3AD203B41FA5}">
                      <a16:colId xmlns:a16="http://schemas.microsoft.com/office/drawing/2014/main" val="1970686880"/>
                    </a:ext>
                  </a:extLst>
                </a:gridCol>
                <a:gridCol w="2014728">
                  <a:extLst>
                    <a:ext uri="{9D8B030D-6E8A-4147-A177-3AD203B41FA5}">
                      <a16:colId xmlns:a16="http://schemas.microsoft.com/office/drawing/2014/main" val="3226643374"/>
                    </a:ext>
                  </a:extLst>
                </a:gridCol>
                <a:gridCol w="2014728">
                  <a:extLst>
                    <a:ext uri="{9D8B030D-6E8A-4147-A177-3AD203B41FA5}">
                      <a16:colId xmlns:a16="http://schemas.microsoft.com/office/drawing/2014/main" val="101134772"/>
                    </a:ext>
                  </a:extLst>
                </a:gridCol>
                <a:gridCol w="2014728">
                  <a:extLst>
                    <a:ext uri="{9D8B030D-6E8A-4147-A177-3AD203B41FA5}">
                      <a16:colId xmlns:a16="http://schemas.microsoft.com/office/drawing/2014/main" val="2569216589"/>
                    </a:ext>
                  </a:extLst>
                </a:gridCol>
              </a:tblGrid>
              <a:tr h="5430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Criterio</a:t>
                      </a:r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🛠️ Soporte base</a:t>
                      </a:r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⚡ Mejora Menor Directa (Soporte avanzado)</a:t>
                      </a:r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🔧 Mejora Menor (OPEX)</a:t>
                      </a:r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🚀 Nuevo Proyecto (CAPEX)</a:t>
                      </a:r>
                    </a:p>
                  </a:txBody>
                  <a:tcPr marL="23583" marR="23583" marT="11791" marB="11791"/>
                </a:tc>
                <a:extLst>
                  <a:ext uri="{0D108BD9-81ED-4DB2-BD59-A6C34878D82A}">
                    <a16:rowId xmlns:a16="http://schemas.microsoft.com/office/drawing/2014/main" val="2420565583"/>
                  </a:ext>
                </a:extLst>
              </a:tr>
              <a:tr h="6225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b="1" noProof="0" dirty="0"/>
                        <a:t>Descripción / Estado del sistema</a:t>
                      </a:r>
                      <a:endParaRPr lang="es-CL" sz="1050" noProof="0" dirty="0"/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El sistema ya existe y tiene un error</a:t>
                      </a:r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Cambio o ajuste pequeño sin costo adicional</a:t>
                      </a:r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El sistema ya existe y se crea solicitud de mejora</a:t>
                      </a:r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El sistema ya existe y requiere cambio mayor o no existe</a:t>
                      </a:r>
                    </a:p>
                  </a:txBody>
                  <a:tcPr marL="23583" marR="23583" marT="11791" marB="11791"/>
                </a:tc>
                <a:extLst>
                  <a:ext uri="{0D108BD9-81ED-4DB2-BD59-A6C34878D82A}">
                    <a16:rowId xmlns:a16="http://schemas.microsoft.com/office/drawing/2014/main" val="3077271798"/>
                  </a:ext>
                </a:extLst>
              </a:tr>
              <a:tr h="4789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b="1" noProof="0" dirty="0"/>
                        <a:t>Tipo de cambio / Impacto</a:t>
                      </a:r>
                      <a:endParaRPr lang="es-CL" sz="1050" noProof="0" dirty="0"/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Corrección de falla</a:t>
                      </a:r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Cambio pequeño</a:t>
                      </a:r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Cambio pequeño</a:t>
                      </a:r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Cambio de alto impacto</a:t>
                      </a:r>
                    </a:p>
                  </a:txBody>
                  <a:tcPr marL="23583" marR="23583" marT="11791" marB="11791"/>
                </a:tc>
                <a:extLst>
                  <a:ext uri="{0D108BD9-81ED-4DB2-BD59-A6C34878D82A}">
                    <a16:rowId xmlns:a16="http://schemas.microsoft.com/office/drawing/2014/main" val="946433510"/>
                  </a:ext>
                </a:extLst>
              </a:tr>
              <a:tr h="6225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b="1" noProof="0" dirty="0"/>
                        <a:t>Presupuesto / Inversión</a:t>
                      </a:r>
                      <a:endParaRPr lang="es-CL" sz="1050" noProof="0" dirty="0"/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Sin costo</a:t>
                      </a:r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Sin costo</a:t>
                      </a:r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Presupuesto mínimo (requiere cobro)</a:t>
                      </a:r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Inversión relevante</a:t>
                      </a:r>
                    </a:p>
                  </a:txBody>
                  <a:tcPr marL="23583" marR="23583" marT="11791" marB="11791"/>
                </a:tc>
                <a:extLst>
                  <a:ext uri="{0D108BD9-81ED-4DB2-BD59-A6C34878D82A}">
                    <a16:rowId xmlns:a16="http://schemas.microsoft.com/office/drawing/2014/main" val="4097366641"/>
                  </a:ext>
                </a:extLst>
              </a:tr>
              <a:tr h="3886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b="1" noProof="0" dirty="0"/>
                        <a:t>Alcance</a:t>
                      </a:r>
                      <a:endParaRPr lang="es-CL" sz="1050" noProof="0" dirty="0"/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Área solicitante</a:t>
                      </a:r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Una sola área</a:t>
                      </a:r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Una sola área o puede involucrar varias áreas</a:t>
                      </a:r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Involucra varias áreas</a:t>
                      </a:r>
                    </a:p>
                  </a:txBody>
                  <a:tcPr marL="23583" marR="23583" marT="11791" marB="11791"/>
                </a:tc>
                <a:extLst>
                  <a:ext uri="{0D108BD9-81ED-4DB2-BD59-A6C34878D82A}">
                    <a16:rowId xmlns:a16="http://schemas.microsoft.com/office/drawing/2014/main" val="1834255147"/>
                  </a:ext>
                </a:extLst>
              </a:tr>
              <a:tr h="3352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b="1" noProof="0" dirty="0"/>
                        <a:t>Tiempo de desarrollo</a:t>
                      </a:r>
                      <a:endParaRPr lang="es-CL" sz="1050" noProof="0" dirty="0"/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Inmediato / Correctivo</a:t>
                      </a:r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Pocos días</a:t>
                      </a:r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Pocos días</a:t>
                      </a:r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Semanas o meses</a:t>
                      </a:r>
                    </a:p>
                  </a:txBody>
                  <a:tcPr marL="23583" marR="23583" marT="11791" marB="11791"/>
                </a:tc>
                <a:extLst>
                  <a:ext uri="{0D108BD9-81ED-4DB2-BD59-A6C34878D82A}">
                    <a16:rowId xmlns:a16="http://schemas.microsoft.com/office/drawing/2014/main" val="2653599926"/>
                  </a:ext>
                </a:extLst>
              </a:tr>
              <a:tr h="5430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b="1" noProof="0" dirty="0"/>
                        <a:t>Planificación y seguimiento</a:t>
                      </a:r>
                      <a:endParaRPr lang="es-CL" sz="1050" noProof="0" dirty="0"/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No formal</a:t>
                      </a:r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No formal</a:t>
                      </a:r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Requiere planificación y seguimiento</a:t>
                      </a:r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Requiere planificación y seguimiento</a:t>
                      </a:r>
                    </a:p>
                  </a:txBody>
                  <a:tcPr marL="23583" marR="23583" marT="11791" marB="11791"/>
                </a:tc>
                <a:extLst>
                  <a:ext uri="{0D108BD9-81ED-4DB2-BD59-A6C34878D82A}">
                    <a16:rowId xmlns:a16="http://schemas.microsoft.com/office/drawing/2014/main" val="2589220144"/>
                  </a:ext>
                </a:extLst>
              </a:tr>
              <a:tr h="62258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b="1" noProof="0" dirty="0"/>
                        <a:t>Gestión Administrativa</a:t>
                      </a:r>
                      <a:endParaRPr lang="es-CL" sz="1050" noProof="0" dirty="0"/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❌ No requiere Cotización ni OC</a:t>
                      </a:r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❌ No requiere Cotización ni OC</a:t>
                      </a:r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✅ Requiere Cotizaciones, OC, Factura y CER</a:t>
                      </a:r>
                    </a:p>
                  </a:txBody>
                  <a:tcPr marL="23583" marR="23583" marT="11791" marB="11791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CL" sz="1050" noProof="0" dirty="0"/>
                        <a:t>✅ Requiere Cotizaciones, OC, Factura y CER</a:t>
                      </a:r>
                    </a:p>
                  </a:txBody>
                  <a:tcPr marL="23583" marR="23583" marT="11791" marB="11791"/>
                </a:tc>
                <a:extLst>
                  <a:ext uri="{0D108BD9-81ED-4DB2-BD59-A6C34878D82A}">
                    <a16:rowId xmlns:a16="http://schemas.microsoft.com/office/drawing/2014/main" val="1504118210"/>
                  </a:ext>
                </a:extLst>
              </a:tr>
            </a:tbl>
          </a:graphicData>
        </a:graphic>
      </p:graphicFrame>
      <p:sp>
        <p:nvSpPr>
          <p:cNvPr id="5" name="Title 11">
            <a:extLst>
              <a:ext uri="{FF2B5EF4-FFF2-40B4-BE49-F238E27FC236}">
                <a16:creationId xmlns:a16="http://schemas.microsoft.com/office/drawing/2014/main" id="{53117570-75E8-C9F0-9A39-1FA745806E92}"/>
              </a:ext>
            </a:extLst>
          </p:cNvPr>
          <p:cNvSpPr txBox="1">
            <a:spLocks/>
          </p:cNvSpPr>
          <p:nvPr/>
        </p:nvSpPr>
        <p:spPr>
          <a:xfrm>
            <a:off x="739139" y="375479"/>
            <a:ext cx="9552289" cy="5211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/>
              <a:t>Matriz de Clasificación de Requerimientos TI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7819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92E10-24AE-36B6-BF86-9C99EFCC6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4">
            <a:extLst>
              <a:ext uri="{FF2B5EF4-FFF2-40B4-BE49-F238E27FC236}">
                <a16:creationId xmlns:a16="http://schemas.microsoft.com/office/drawing/2014/main" id="{4DED8262-CC30-D56C-423F-4EC597DAFD58}"/>
              </a:ext>
            </a:extLst>
          </p:cNvPr>
          <p:cNvSpPr txBox="1">
            <a:spLocks/>
          </p:cNvSpPr>
          <p:nvPr/>
        </p:nvSpPr>
        <p:spPr>
          <a:xfrm>
            <a:off x="777239" y="408286"/>
            <a:ext cx="9552289" cy="5211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/>
              <a:t>Solicitudes de proyectos </a:t>
            </a:r>
            <a:endParaRPr lang="es-CL" dirty="0"/>
          </a:p>
        </p:txBody>
      </p:sp>
      <p:graphicFrame>
        <p:nvGraphicFramePr>
          <p:cNvPr id="10" name="Diagrama 9">
            <a:extLst>
              <a:ext uri="{FF2B5EF4-FFF2-40B4-BE49-F238E27FC236}">
                <a16:creationId xmlns:a16="http://schemas.microsoft.com/office/drawing/2014/main" id="{FF53DEFF-BF20-CB12-C30D-2E91A127F1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7777831"/>
              </p:ext>
            </p:extLst>
          </p:nvPr>
        </p:nvGraphicFramePr>
        <p:xfrm>
          <a:off x="777239" y="1381296"/>
          <a:ext cx="2495550" cy="31526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" name="Imagen 10">
            <a:extLst>
              <a:ext uri="{FF2B5EF4-FFF2-40B4-BE49-F238E27FC236}">
                <a16:creationId xmlns:a16="http://schemas.microsoft.com/office/drawing/2014/main" id="{6CB0CA81-E6B1-A0F7-5AFA-B3D34FA6B9D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8125" b="-470"/>
          <a:stretch>
            <a:fillRect/>
          </a:stretch>
        </p:blipFill>
        <p:spPr>
          <a:xfrm>
            <a:off x="3486150" y="1381296"/>
            <a:ext cx="7997189" cy="1473499"/>
          </a:xfrm>
          <a:prstGeom prst="rect">
            <a:avLst/>
          </a:prstGeom>
        </p:spPr>
      </p:pic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57B62B73-EDED-B536-8A73-3DFF560859EF}"/>
              </a:ext>
            </a:extLst>
          </p:cNvPr>
          <p:cNvCxnSpPr>
            <a:cxnSpLocks/>
          </p:cNvCxnSpPr>
          <p:nvPr/>
        </p:nvCxnSpPr>
        <p:spPr>
          <a:xfrm flipV="1">
            <a:off x="8343900" y="2762250"/>
            <a:ext cx="114300" cy="323850"/>
          </a:xfrm>
          <a:prstGeom prst="straightConnector1">
            <a:avLst/>
          </a:prstGeom>
          <a:ln w="12700" cap="rnd">
            <a:solidFill>
              <a:schemeClr val="tx1">
                <a:lumMod val="90000"/>
                <a:lumOff val="10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3738DBF-CACE-2684-7B7F-6E3589C0BE33}"/>
              </a:ext>
            </a:extLst>
          </p:cNvPr>
          <p:cNvSpPr txBox="1"/>
          <p:nvPr/>
        </p:nvSpPr>
        <p:spPr>
          <a:xfrm>
            <a:off x="6810375" y="3114676"/>
            <a:ext cx="2876550" cy="6572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0" rIns="45720" bIns="0" rtlCol="0" anchor="t">
            <a:noAutofit/>
          </a:bodyPr>
          <a:lstStyle/>
          <a:p>
            <a:pPr algn="ctr"/>
            <a:r>
              <a:rPr lang="es-CL" sz="1600" noProof="0" dirty="0">
                <a:solidFill>
                  <a:schemeClr val="tx2"/>
                </a:solidFill>
                <a:latin typeface="Lato" panose="020F0502020204030203" pitchFamily="34" charset="77"/>
              </a:rPr>
              <a:t>Puedo editar la solicitud de un proyecto y asociarlo a 1 CER</a:t>
            </a:r>
          </a:p>
          <a:p>
            <a:pPr algn="ctr"/>
            <a:endParaRPr lang="es-CL" sz="1600" b="0" i="0" noProof="0" dirty="0">
              <a:solidFill>
                <a:schemeClr val="tx2"/>
              </a:solidFill>
              <a:latin typeface="Lato" panose="020F050202020403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74353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E5C6A-5CEF-DD8A-ECD4-B05B219A0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4">
            <a:extLst>
              <a:ext uri="{FF2B5EF4-FFF2-40B4-BE49-F238E27FC236}">
                <a16:creationId xmlns:a16="http://schemas.microsoft.com/office/drawing/2014/main" id="{7606A519-18C0-B6F6-E6A2-2292ED429D57}"/>
              </a:ext>
            </a:extLst>
          </p:cNvPr>
          <p:cNvSpPr txBox="1">
            <a:spLocks/>
          </p:cNvSpPr>
          <p:nvPr/>
        </p:nvSpPr>
        <p:spPr>
          <a:xfrm>
            <a:off x="777239" y="408286"/>
            <a:ext cx="9552289" cy="5211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/>
              <a:t>Mantenedor de proyectos con CER </a:t>
            </a:r>
            <a:endParaRPr lang="es-CL" dirty="0"/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D088A039-AB49-9575-BBA5-4B550C8361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306925"/>
              </p:ext>
            </p:extLst>
          </p:nvPr>
        </p:nvGraphicFramePr>
        <p:xfrm>
          <a:off x="472439" y="1196427"/>
          <a:ext cx="2809875" cy="45845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Imagen 3">
            <a:extLst>
              <a:ext uri="{FF2B5EF4-FFF2-40B4-BE49-F238E27FC236}">
                <a16:creationId xmlns:a16="http://schemas.microsoft.com/office/drawing/2014/main" id="{87D1AFED-ADE6-E1F1-4BE4-06E7993E0B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95674" y="1195761"/>
            <a:ext cx="6599213" cy="1383004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A26291CA-04CB-27B4-366A-BDC63F3921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411791"/>
              </p:ext>
            </p:extLst>
          </p:nvPr>
        </p:nvGraphicFramePr>
        <p:xfrm>
          <a:off x="3495674" y="2679092"/>
          <a:ext cx="8048626" cy="2053208"/>
        </p:xfrm>
        <a:graphic>
          <a:graphicData uri="http://schemas.openxmlformats.org/drawingml/2006/table">
            <a:tbl>
              <a:tblPr>
                <a:tableStyleId>{0505E3EF-67EA-436B-97B2-0124C06EBD24}</a:tableStyleId>
              </a:tblPr>
              <a:tblGrid>
                <a:gridCol w="168977">
                  <a:extLst>
                    <a:ext uri="{9D8B030D-6E8A-4147-A177-3AD203B41FA5}">
                      <a16:colId xmlns:a16="http://schemas.microsoft.com/office/drawing/2014/main" val="2066768813"/>
                    </a:ext>
                  </a:extLst>
                </a:gridCol>
                <a:gridCol w="809309">
                  <a:extLst>
                    <a:ext uri="{9D8B030D-6E8A-4147-A177-3AD203B41FA5}">
                      <a16:colId xmlns:a16="http://schemas.microsoft.com/office/drawing/2014/main" val="4231601525"/>
                    </a:ext>
                  </a:extLst>
                </a:gridCol>
                <a:gridCol w="524717">
                  <a:extLst>
                    <a:ext uri="{9D8B030D-6E8A-4147-A177-3AD203B41FA5}">
                      <a16:colId xmlns:a16="http://schemas.microsoft.com/office/drawing/2014/main" val="3654682054"/>
                    </a:ext>
                  </a:extLst>
                </a:gridCol>
                <a:gridCol w="613652">
                  <a:extLst>
                    <a:ext uri="{9D8B030D-6E8A-4147-A177-3AD203B41FA5}">
                      <a16:colId xmlns:a16="http://schemas.microsoft.com/office/drawing/2014/main" val="2887373258"/>
                    </a:ext>
                  </a:extLst>
                </a:gridCol>
                <a:gridCol w="978971">
                  <a:extLst>
                    <a:ext uri="{9D8B030D-6E8A-4147-A177-3AD203B41FA5}">
                      <a16:colId xmlns:a16="http://schemas.microsoft.com/office/drawing/2014/main" val="546726890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58488021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3902028370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753151596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3774350447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3867014703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993368818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557444527"/>
                    </a:ext>
                  </a:extLst>
                </a:gridCol>
                <a:gridCol w="619125">
                  <a:extLst>
                    <a:ext uri="{9D8B030D-6E8A-4147-A177-3AD203B41FA5}">
                      <a16:colId xmlns:a16="http://schemas.microsoft.com/office/drawing/2014/main" val="1225079199"/>
                    </a:ext>
                  </a:extLst>
                </a:gridCol>
              </a:tblGrid>
              <a:tr h="41622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ID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Fecha creación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Proveedor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Proyecto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Descripción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Sistema 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CER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Estado 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Con impacto financiero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Fecha estimable de finalización 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Presupuesto asignado 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Presupuesto utilizado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Mejora o funcionalidad nueva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713112507"/>
                  </a:ext>
                </a:extLst>
              </a:tr>
              <a:tr h="10651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1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10-07-2026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P129938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Dm Plantas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El foco de este proyecto </a:t>
                      </a:r>
                      <a:r>
                        <a:rPr lang="es-CL" sz="900" u="none" strike="noStrike" noProof="0" dirty="0" err="1">
                          <a:effectLst/>
                        </a:rPr>
                        <a:t>esmapear</a:t>
                      </a:r>
                      <a:r>
                        <a:rPr lang="es-CL" sz="900" u="none" strike="noStrike" noProof="0" dirty="0">
                          <a:effectLst/>
                        </a:rPr>
                        <a:t> y actualizar los códigos de especie entre SPEX y JD Edwards. 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SIGA 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1233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En proceso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Si 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10-08-2026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192.832 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122.230 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Mejora 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879673693"/>
                  </a:ext>
                </a:extLst>
              </a:tr>
              <a:tr h="439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2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11-07-2026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P291092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Dm Plantas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Agregar </a:t>
                      </a:r>
                      <a:r>
                        <a:rPr lang="es-CL" sz="900" u="none" strike="noStrike" noProof="0" dirty="0" err="1">
                          <a:effectLst/>
                        </a:rPr>
                        <a:t>items</a:t>
                      </a:r>
                      <a:r>
                        <a:rPr lang="es-CL" sz="900" u="none" strike="noStrike" noProof="0" dirty="0">
                          <a:effectLst/>
                        </a:rPr>
                        <a:t> adicionales a los reportes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SPEX 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1234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Finalizado 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No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10-08-2026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3.333.893 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82.820 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CL" sz="900" u="none" strike="noStrike" noProof="0" dirty="0">
                          <a:effectLst/>
                        </a:rPr>
                        <a:t>Nuevo</a:t>
                      </a:r>
                      <a:endParaRPr lang="es-CL" sz="900" b="0" i="0" u="none" strike="noStrike" noProof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604625169"/>
                  </a:ext>
                </a:extLst>
              </a:tr>
            </a:tbl>
          </a:graphicData>
        </a:graphic>
      </p:graphicFrame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35AA78BD-6499-2C12-D35A-80EB951C9B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6585434"/>
              </p:ext>
            </p:extLst>
          </p:nvPr>
        </p:nvGraphicFramePr>
        <p:xfrm>
          <a:off x="5161847" y="4816117"/>
          <a:ext cx="4558171" cy="596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D1B85A75-0852-EAA8-F2FA-F8F10659CA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3683234"/>
              </p:ext>
            </p:extLst>
          </p:nvPr>
        </p:nvGraphicFramePr>
        <p:xfrm>
          <a:off x="5161847" y="5412739"/>
          <a:ext cx="4558171" cy="596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9" name="Es igual a 8">
            <a:extLst>
              <a:ext uri="{FF2B5EF4-FFF2-40B4-BE49-F238E27FC236}">
                <a16:creationId xmlns:a16="http://schemas.microsoft.com/office/drawing/2014/main" id="{703965CB-10AC-76A9-C5A4-D78D82E184A2}"/>
              </a:ext>
            </a:extLst>
          </p:cNvPr>
          <p:cNvSpPr/>
          <p:nvPr/>
        </p:nvSpPr>
        <p:spPr>
          <a:xfrm>
            <a:off x="7960594" y="5044966"/>
            <a:ext cx="55652" cy="138924"/>
          </a:xfrm>
          <a:prstGeom prst="mathEqual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CL" sz="2000" noProof="0" dirty="0">
              <a:solidFill>
                <a:schemeClr val="bg2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Es igual a 9">
            <a:extLst>
              <a:ext uri="{FF2B5EF4-FFF2-40B4-BE49-F238E27FC236}">
                <a16:creationId xmlns:a16="http://schemas.microsoft.com/office/drawing/2014/main" id="{FA062402-7EA4-1245-3871-1222512A1670}"/>
              </a:ext>
            </a:extLst>
          </p:cNvPr>
          <p:cNvSpPr/>
          <p:nvPr/>
        </p:nvSpPr>
        <p:spPr>
          <a:xfrm>
            <a:off x="7960594" y="5604757"/>
            <a:ext cx="55652" cy="138924"/>
          </a:xfrm>
          <a:prstGeom prst="mathEqual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CL" sz="2000" noProof="0" dirty="0">
              <a:solidFill>
                <a:schemeClr val="bg2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Signo menos 10">
            <a:extLst>
              <a:ext uri="{FF2B5EF4-FFF2-40B4-BE49-F238E27FC236}">
                <a16:creationId xmlns:a16="http://schemas.microsoft.com/office/drawing/2014/main" id="{2F377DD8-DEAD-161A-80AD-015C611A987D}"/>
              </a:ext>
            </a:extLst>
          </p:cNvPr>
          <p:cNvSpPr/>
          <p:nvPr/>
        </p:nvSpPr>
        <p:spPr>
          <a:xfrm>
            <a:off x="6876049" y="5006972"/>
            <a:ext cx="45719" cy="190500"/>
          </a:xfrm>
          <a:prstGeom prst="mathMinus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CL" sz="2000" noProof="0" dirty="0">
              <a:solidFill>
                <a:schemeClr val="bg2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2" name="Signo menos 11">
            <a:extLst>
              <a:ext uri="{FF2B5EF4-FFF2-40B4-BE49-F238E27FC236}">
                <a16:creationId xmlns:a16="http://schemas.microsoft.com/office/drawing/2014/main" id="{D27886B6-A5AC-CEC1-6FD9-3E04AF42B644}"/>
              </a:ext>
            </a:extLst>
          </p:cNvPr>
          <p:cNvSpPr/>
          <p:nvPr/>
        </p:nvSpPr>
        <p:spPr>
          <a:xfrm>
            <a:off x="6876049" y="5615800"/>
            <a:ext cx="45719" cy="190500"/>
          </a:xfrm>
          <a:prstGeom prst="mathMinus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s-CL" sz="2000" noProof="0" dirty="0">
              <a:solidFill>
                <a:schemeClr val="bg2"/>
              </a:solidFill>
              <a:latin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097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5BBAD-628E-B4F2-EF8F-AE3BC8F45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>
            <a:extLst>
              <a:ext uri="{FF2B5EF4-FFF2-40B4-BE49-F238E27FC236}">
                <a16:creationId xmlns:a16="http://schemas.microsoft.com/office/drawing/2014/main" id="{8BEAF6D8-1AA3-8820-59AA-84FC56F68C4B}"/>
              </a:ext>
            </a:extLst>
          </p:cNvPr>
          <p:cNvSpPr txBox="1">
            <a:spLocks/>
          </p:cNvSpPr>
          <p:nvPr/>
        </p:nvSpPr>
        <p:spPr>
          <a:xfrm>
            <a:off x="777239" y="408286"/>
            <a:ext cx="9552289" cy="5211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/>
              <a:t>Colaboradores y su área presupuestaria</a:t>
            </a:r>
            <a:endParaRPr lang="es-CL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44F4128-E486-EE94-C689-C823E0F2C1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781"/>
          <a:stretch>
            <a:fillRect/>
          </a:stretch>
        </p:blipFill>
        <p:spPr>
          <a:xfrm>
            <a:off x="777239" y="1357313"/>
            <a:ext cx="8212562" cy="414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577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15123-C038-4E25-6587-8023D5243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66F6DE7-2AA5-64C5-3132-48D0D53188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52" t="15837" r="8009" b="23596"/>
          <a:stretch>
            <a:fillRect/>
          </a:stretch>
        </p:blipFill>
        <p:spPr>
          <a:xfrm>
            <a:off x="492369" y="1727200"/>
            <a:ext cx="7034240" cy="3513015"/>
          </a:xfrm>
          <a:prstGeom prst="rect">
            <a:avLst/>
          </a:prstGeom>
        </p:spPr>
      </p:pic>
      <p:sp>
        <p:nvSpPr>
          <p:cNvPr id="6" name="Título 4">
            <a:extLst>
              <a:ext uri="{FF2B5EF4-FFF2-40B4-BE49-F238E27FC236}">
                <a16:creationId xmlns:a16="http://schemas.microsoft.com/office/drawing/2014/main" id="{874FB364-A5C7-1143-A64A-F2BA4A1C3B02}"/>
              </a:ext>
            </a:extLst>
          </p:cNvPr>
          <p:cNvSpPr txBox="1">
            <a:spLocks/>
          </p:cNvSpPr>
          <p:nvPr/>
        </p:nvSpPr>
        <p:spPr>
          <a:xfrm>
            <a:off x="777239" y="408286"/>
            <a:ext cx="9552289" cy="5211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L"/>
              <a:t>Carga Documentos Contabilizados 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106210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351</Words>
  <Application>Microsoft Office PowerPoint</Application>
  <PresentationFormat>Panorámica</PresentationFormat>
  <Paragraphs>114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ADLaM Display</vt:lpstr>
      <vt:lpstr>Aptos</vt:lpstr>
      <vt:lpstr>Aptos Display</vt:lpstr>
      <vt:lpstr>Aptos Narrow</vt:lpstr>
      <vt:lpstr>Arial</vt:lpstr>
      <vt:lpstr>Lato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Constanza Morales Albornoz</dc:creator>
  <cp:lastModifiedBy>Constanza Morales Albornoz</cp:lastModifiedBy>
  <cp:revision>3</cp:revision>
  <dcterms:created xsi:type="dcterms:W3CDTF">2026-08-10T15:34:41Z</dcterms:created>
  <dcterms:modified xsi:type="dcterms:W3CDTF">2026-08-10T15:56:17Z</dcterms:modified>
</cp:coreProperties>
</file>